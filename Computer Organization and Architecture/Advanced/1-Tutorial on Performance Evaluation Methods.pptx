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8" r:id="rId2"/>
    <p:sldId id="273" r:id="rId3"/>
    <p:sldId id="274" r:id="rId4"/>
    <p:sldId id="275" r:id="rId5"/>
    <p:sldId id="276" r:id="rId6"/>
    <p:sldId id="281" r:id="rId7"/>
    <p:sldId id="280" r:id="rId8"/>
    <p:sldId id="279" r:id="rId9"/>
    <p:sldId id="278"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C38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306EFAC-558E-E06E-1D41-70F1A95656CB}" v="118" dt="2025-08-19T05:20:00.018"/>
    <p1510:client id="{B2F27172-CC5F-0C0C-9FFE-D4CEF306C3BC}" v="2851" dt="2025-08-19T15:43:49.82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972" autoAdjust="0"/>
    <p:restoredTop sz="94660"/>
  </p:normalViewPr>
  <p:slideViewPr>
    <p:cSldViewPr snapToGrid="0">
      <p:cViewPr varScale="1">
        <p:scale>
          <a:sx n="82" d="100"/>
          <a:sy n="82" d="100"/>
        </p:scale>
        <p:origin x="490"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DE6C8-AB1D-4204-BC9C-3366B0BF0435}"/>
              </a:ext>
            </a:extLst>
          </p:cNvPr>
          <p:cNvSpPr>
            <a:spLocks noGrp="1"/>
          </p:cNvSpPr>
          <p:nvPr>
            <p:ph type="ctrTitle"/>
          </p:nvPr>
        </p:nvSpPr>
        <p:spPr>
          <a:xfrm>
            <a:off x="678426" y="889820"/>
            <a:ext cx="9989574" cy="3598606"/>
          </a:xfrm>
        </p:spPr>
        <p:txBody>
          <a:bodyPr anchor="t">
            <a:normAutofit/>
          </a:bodyPr>
          <a:lstStyle>
            <a:lvl1pPr algn="l">
              <a:defRPr sz="5400"/>
            </a:lvl1pPr>
          </a:lstStyle>
          <a:p>
            <a:r>
              <a:rPr lang="en-US" dirty="0"/>
              <a:t>Click to edit Master title style</a:t>
            </a:r>
          </a:p>
        </p:txBody>
      </p:sp>
      <p:sp>
        <p:nvSpPr>
          <p:cNvPr id="3" name="Subtitle 2">
            <a:extLst>
              <a:ext uri="{FF2B5EF4-FFF2-40B4-BE49-F238E27FC236}">
                <a16:creationId xmlns:a16="http://schemas.microsoft.com/office/drawing/2014/main" id="{7A7B9009-EE50-4EE5-B6EB-CD6EC83D3FA3}"/>
              </a:ext>
            </a:extLst>
          </p:cNvPr>
          <p:cNvSpPr>
            <a:spLocks noGrp="1"/>
          </p:cNvSpPr>
          <p:nvPr>
            <p:ph type="subTitle" idx="1"/>
          </p:nvPr>
        </p:nvSpPr>
        <p:spPr>
          <a:xfrm>
            <a:off x="678426" y="4488426"/>
            <a:ext cx="6991776" cy="130277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99C8667E-058A-436F-B8EA-5B3A99D43D09}"/>
              </a:ext>
            </a:extLst>
          </p:cNvPr>
          <p:cNvSpPr>
            <a:spLocks noGrp="1"/>
          </p:cNvSpPr>
          <p:nvPr>
            <p:ph type="dt" sz="half" idx="10"/>
          </p:nvPr>
        </p:nvSpPr>
        <p:spPr/>
        <p:txBody>
          <a:bodyPr/>
          <a:lstStyle/>
          <a:p>
            <a:fld id="{12575099-B3AD-44D7-919B-BCB6DC3E7F21}" type="datetimeFigureOut">
              <a:rPr lang="en-US" dirty="0"/>
              <a:t>8/26/2025</a:t>
            </a:fld>
            <a:endParaRPr lang="en-US" dirty="0"/>
          </a:p>
        </p:txBody>
      </p:sp>
      <p:sp>
        <p:nvSpPr>
          <p:cNvPr id="5" name="Footer Placeholder 4">
            <a:extLst>
              <a:ext uri="{FF2B5EF4-FFF2-40B4-BE49-F238E27FC236}">
                <a16:creationId xmlns:a16="http://schemas.microsoft.com/office/drawing/2014/main" id="{52680305-1AD7-482D-BFFD-6CDB83AB39A4}"/>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BE5762A1-52E9-402D-B65E-DF193E44CE83}"/>
              </a:ext>
            </a:extLst>
          </p:cNvPr>
          <p:cNvSpPr>
            <a:spLocks noGrp="1"/>
          </p:cNvSpPr>
          <p:nvPr>
            <p:ph type="sldNum" sz="quarter" idx="12"/>
          </p:nvPr>
        </p:nvSpPr>
        <p:spPr/>
        <p:txBody>
          <a:bodyPr/>
          <a:lstStyle/>
          <a:p>
            <a:fld id="{E30AF5A0-43BB-4336-8627-9123B9144D80}" type="slidenum">
              <a:rPr lang="en-US" dirty="0"/>
              <a:t>‹#›</a:t>
            </a:fld>
            <a:endParaRPr lang="en-US" dirty="0"/>
          </a:p>
        </p:txBody>
      </p:sp>
    </p:spTree>
    <p:extLst>
      <p:ext uri="{BB962C8B-B14F-4D97-AF65-F5344CB8AC3E}">
        <p14:creationId xmlns:p14="http://schemas.microsoft.com/office/powerpoint/2010/main" val="4007721734"/>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87CA6-BFD9-4CB1-8892-F6B062E82445}"/>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E0CDA8C3-9C0C-4E52-9A62-E4DB159E6B0E}"/>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CC3EC35-E02F-41FF-9232-F90692A902FC}"/>
              </a:ext>
            </a:extLst>
          </p:cNvPr>
          <p:cNvSpPr>
            <a:spLocks noGrp="1"/>
          </p:cNvSpPr>
          <p:nvPr>
            <p:ph type="dt" sz="half" idx="10"/>
          </p:nvPr>
        </p:nvSpPr>
        <p:spPr/>
        <p:txBody>
          <a:bodyPr/>
          <a:lstStyle/>
          <a:p>
            <a:fld id="{2A4BF121-2723-4D35-ADA9-215CD054C4BC}" type="datetimeFigureOut">
              <a:rPr lang="en-US" dirty="0"/>
              <a:t>8/26/2025</a:t>
            </a:fld>
            <a:endParaRPr lang="en-US" dirty="0"/>
          </a:p>
        </p:txBody>
      </p:sp>
      <p:sp>
        <p:nvSpPr>
          <p:cNvPr id="5" name="Footer Placeholder 4">
            <a:extLst>
              <a:ext uri="{FF2B5EF4-FFF2-40B4-BE49-F238E27FC236}">
                <a16:creationId xmlns:a16="http://schemas.microsoft.com/office/drawing/2014/main" id="{39D13D38-5DF1-443B-8A12-71E834FDC6A1}"/>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F25E644A-4A37-4757-9809-5B035E2874E6}"/>
              </a:ext>
            </a:extLst>
          </p:cNvPr>
          <p:cNvSpPr>
            <a:spLocks noGrp="1"/>
          </p:cNvSpPr>
          <p:nvPr>
            <p:ph type="sldNum" sz="quarter" idx="12"/>
          </p:nvPr>
        </p:nvSpPr>
        <p:spPr/>
        <p:txBody>
          <a:bodyPr/>
          <a:lstStyle/>
          <a:p>
            <a:fld id="{E30AF5A0-43BB-4336-8627-9123B9144D80}" type="slidenum">
              <a:rPr lang="en-US" dirty="0"/>
              <a:t>‹#›</a:t>
            </a:fld>
            <a:endParaRPr lang="en-US" dirty="0"/>
          </a:p>
        </p:txBody>
      </p:sp>
    </p:spTree>
    <p:extLst>
      <p:ext uri="{BB962C8B-B14F-4D97-AF65-F5344CB8AC3E}">
        <p14:creationId xmlns:p14="http://schemas.microsoft.com/office/powerpoint/2010/main" val="2320694778"/>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6578B-CD85-4BF1-A729-E8E8079B595F}"/>
              </a:ext>
            </a:extLst>
          </p:cNvPr>
          <p:cNvSpPr>
            <a:spLocks noGrp="1"/>
          </p:cNvSpPr>
          <p:nvPr>
            <p:ph type="title"/>
          </p:nvPr>
        </p:nvSpPr>
        <p:spPr>
          <a:xfrm>
            <a:off x="715383" y="1709738"/>
            <a:ext cx="10632067" cy="2852737"/>
          </a:xfrm>
        </p:spPr>
        <p:txBody>
          <a:bodyPr anchor="b"/>
          <a:lstStyle>
            <a:lvl1pPr>
              <a:defRPr sz="6000"/>
            </a:lvl1pPr>
          </a:lstStyle>
          <a:p>
            <a:r>
              <a:rPr lang="en-US" dirty="0"/>
              <a:t>Click to edit Master title style</a:t>
            </a:r>
          </a:p>
        </p:txBody>
      </p:sp>
      <p:sp>
        <p:nvSpPr>
          <p:cNvPr id="3" name="Text Placeholder 2">
            <a:extLst>
              <a:ext uri="{FF2B5EF4-FFF2-40B4-BE49-F238E27FC236}">
                <a16:creationId xmlns:a16="http://schemas.microsoft.com/office/drawing/2014/main" id="{A58448C1-C13F-4826-8347-EEB00A6643D6}"/>
              </a:ext>
            </a:extLst>
          </p:cNvPr>
          <p:cNvSpPr>
            <a:spLocks noGrp="1"/>
          </p:cNvSpPr>
          <p:nvPr>
            <p:ph type="body" idx="1"/>
          </p:nvPr>
        </p:nvSpPr>
        <p:spPr>
          <a:xfrm>
            <a:off x="715383" y="4589463"/>
            <a:ext cx="10632067"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5806546A-957F-4C4D-9744-1177AD258E10}"/>
              </a:ext>
            </a:extLst>
          </p:cNvPr>
          <p:cNvSpPr>
            <a:spLocks noGrp="1"/>
          </p:cNvSpPr>
          <p:nvPr>
            <p:ph type="dt" sz="half" idx="10"/>
          </p:nvPr>
        </p:nvSpPr>
        <p:spPr/>
        <p:txBody>
          <a:bodyPr/>
          <a:lstStyle/>
          <a:p>
            <a:fld id="{C54F54BA-4BC6-480F-839C-951A49B248A9}" type="datetimeFigureOut">
              <a:rPr lang="en-US" dirty="0"/>
              <a:t>8/26/2025</a:t>
            </a:fld>
            <a:endParaRPr lang="en-US" dirty="0"/>
          </a:p>
        </p:txBody>
      </p:sp>
      <p:sp>
        <p:nvSpPr>
          <p:cNvPr id="5" name="Footer Placeholder 4">
            <a:extLst>
              <a:ext uri="{FF2B5EF4-FFF2-40B4-BE49-F238E27FC236}">
                <a16:creationId xmlns:a16="http://schemas.microsoft.com/office/drawing/2014/main" id="{B1DB149C-CC63-4E3A-A83D-EF637EB51979}"/>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EDB94775-7982-41EC-B584-D51224D38F77}"/>
              </a:ext>
            </a:extLst>
          </p:cNvPr>
          <p:cNvSpPr>
            <a:spLocks noGrp="1"/>
          </p:cNvSpPr>
          <p:nvPr>
            <p:ph type="sldNum" sz="quarter" idx="12"/>
          </p:nvPr>
        </p:nvSpPr>
        <p:spPr/>
        <p:txBody>
          <a:bodyPr/>
          <a:lstStyle/>
          <a:p>
            <a:fld id="{E30AF5A0-43BB-4336-8627-9123B9144D80}" type="slidenum">
              <a:rPr lang="en-US" dirty="0"/>
              <a:t>‹#›</a:t>
            </a:fld>
            <a:endParaRPr lang="en-US" dirty="0"/>
          </a:p>
        </p:txBody>
      </p:sp>
    </p:spTree>
    <p:extLst>
      <p:ext uri="{BB962C8B-B14F-4D97-AF65-F5344CB8AC3E}">
        <p14:creationId xmlns:p14="http://schemas.microsoft.com/office/powerpoint/2010/main" val="3729503946"/>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E4BD8-507D-48E4-A624-F16A741C3609}"/>
              </a:ext>
            </a:extLst>
          </p:cNvPr>
          <p:cNvSpPr>
            <a:spLocks noGrp="1"/>
          </p:cNvSpPr>
          <p:nvPr>
            <p:ph type="title"/>
          </p:nvPr>
        </p:nvSpPr>
        <p:spPr>
          <a:xfrm>
            <a:off x="700635" y="922096"/>
            <a:ext cx="10691265" cy="1127930"/>
          </a:xfr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810A07E4-3A39-457C-A059-7DFB6039D947}"/>
              </a:ext>
            </a:extLst>
          </p:cNvPr>
          <p:cNvSpPr>
            <a:spLocks noGrp="1"/>
          </p:cNvSpPr>
          <p:nvPr>
            <p:ph sz="half" idx="1"/>
          </p:nvPr>
        </p:nvSpPr>
        <p:spPr>
          <a:xfrm>
            <a:off x="715383" y="2128684"/>
            <a:ext cx="5304417" cy="384441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7B141E17-47CE-4A78-B0FA-0E9786DA67C5}"/>
              </a:ext>
            </a:extLst>
          </p:cNvPr>
          <p:cNvSpPr>
            <a:spLocks noGrp="1"/>
          </p:cNvSpPr>
          <p:nvPr>
            <p:ph sz="half" idx="2"/>
          </p:nvPr>
        </p:nvSpPr>
        <p:spPr>
          <a:xfrm>
            <a:off x="6172200" y="2128684"/>
            <a:ext cx="5219700" cy="384441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F02C13-D3ED-4044-9716-F29D79A184C9}"/>
              </a:ext>
            </a:extLst>
          </p:cNvPr>
          <p:cNvSpPr>
            <a:spLocks noGrp="1"/>
          </p:cNvSpPr>
          <p:nvPr>
            <p:ph type="dt" sz="half" idx="10"/>
          </p:nvPr>
        </p:nvSpPr>
        <p:spPr/>
        <p:txBody>
          <a:bodyPr/>
          <a:lstStyle/>
          <a:p>
            <a:fld id="{0F9DD0EA-4726-4440-BF9D-E88296FC3068}" type="datetimeFigureOut">
              <a:rPr lang="en-US" dirty="0"/>
              <a:t>8/26/2025</a:t>
            </a:fld>
            <a:endParaRPr lang="en-US" dirty="0"/>
          </a:p>
        </p:txBody>
      </p:sp>
      <p:sp>
        <p:nvSpPr>
          <p:cNvPr id="6" name="Footer Placeholder 5">
            <a:extLst>
              <a:ext uri="{FF2B5EF4-FFF2-40B4-BE49-F238E27FC236}">
                <a16:creationId xmlns:a16="http://schemas.microsoft.com/office/drawing/2014/main" id="{8AF334AD-FB29-4355-B5CF-85E61B4F3409}"/>
              </a:ext>
            </a:extLst>
          </p:cNvPr>
          <p:cNvSpPr>
            <a:spLocks noGrp="1"/>
          </p:cNvSpPr>
          <p:nvPr>
            <p:ph type="ftr" sz="quarter" idx="11"/>
          </p:nvPr>
        </p:nvSpPr>
        <p:spPr/>
        <p:txBody>
          <a:bodyPr/>
          <a:lstStyle/>
          <a:p>
            <a:r>
              <a:rPr lang="en-US" dirty="0"/>
              <a:t>
              </a:t>
            </a:r>
          </a:p>
        </p:txBody>
      </p:sp>
      <p:sp>
        <p:nvSpPr>
          <p:cNvPr id="7" name="Slide Number Placeholder 6">
            <a:extLst>
              <a:ext uri="{FF2B5EF4-FFF2-40B4-BE49-F238E27FC236}">
                <a16:creationId xmlns:a16="http://schemas.microsoft.com/office/drawing/2014/main" id="{BA5AA154-790C-4774-9C21-8C543E733F26}"/>
              </a:ext>
            </a:extLst>
          </p:cNvPr>
          <p:cNvSpPr>
            <a:spLocks noGrp="1"/>
          </p:cNvSpPr>
          <p:nvPr>
            <p:ph type="sldNum" sz="quarter" idx="12"/>
          </p:nvPr>
        </p:nvSpPr>
        <p:spPr/>
        <p:txBody>
          <a:bodyPr/>
          <a:lstStyle/>
          <a:p>
            <a:fld id="{E30AF5A0-43BB-4336-8627-9123B9144D80}" type="slidenum">
              <a:rPr lang="en-US" dirty="0"/>
              <a:t>‹#›</a:t>
            </a:fld>
            <a:endParaRPr lang="en-US" dirty="0"/>
          </a:p>
        </p:txBody>
      </p:sp>
    </p:spTree>
    <p:extLst>
      <p:ext uri="{BB962C8B-B14F-4D97-AF65-F5344CB8AC3E}">
        <p14:creationId xmlns:p14="http://schemas.microsoft.com/office/powerpoint/2010/main" val="2339980232"/>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7DD35-7673-4F88-86B0-634883B5E345}"/>
              </a:ext>
            </a:extLst>
          </p:cNvPr>
          <p:cNvSpPr>
            <a:spLocks noGrp="1"/>
          </p:cNvSpPr>
          <p:nvPr>
            <p:ph type="title"/>
          </p:nvPr>
        </p:nvSpPr>
        <p:spPr>
          <a:xfrm>
            <a:off x="685887" y="929148"/>
            <a:ext cx="10640005" cy="761540"/>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5EC820D7-3E0B-47C6-A583-C4C839C5AF03}"/>
              </a:ext>
            </a:extLst>
          </p:cNvPr>
          <p:cNvSpPr>
            <a:spLocks noGrp="1"/>
          </p:cNvSpPr>
          <p:nvPr>
            <p:ph type="body" idx="1"/>
          </p:nvPr>
        </p:nvSpPr>
        <p:spPr>
          <a:xfrm>
            <a:off x="715384" y="1681163"/>
            <a:ext cx="5282192" cy="657225"/>
          </a:xfrm>
        </p:spPr>
        <p:txBody>
          <a:bodyPr anchor="b">
            <a:normAutofit/>
          </a:bodyPr>
          <a:lstStyle>
            <a:lvl1pPr marL="0" indent="0">
              <a:buNone/>
              <a:defRPr sz="1600" b="1">
                <a:latin typeface="+mj-lt"/>
              </a:defRPr>
            </a:lvl1pPr>
            <a:lvl2pPr marL="457200" indent="0">
              <a:buNone/>
              <a:defRPr sz="1600" b="1"/>
            </a:lvl2pPr>
            <a:lvl3pPr marL="914400" indent="0">
              <a:buNone/>
              <a:defRPr sz="16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6A839A7B-97D5-400F-B802-A0FF28FE9F15}"/>
              </a:ext>
            </a:extLst>
          </p:cNvPr>
          <p:cNvSpPr>
            <a:spLocks noGrp="1"/>
          </p:cNvSpPr>
          <p:nvPr>
            <p:ph sz="half" idx="2"/>
          </p:nvPr>
        </p:nvSpPr>
        <p:spPr>
          <a:xfrm>
            <a:off x="715384" y="2505075"/>
            <a:ext cx="5282192" cy="342377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C2E0ECA2-DBF1-4681-9DFA-93AFD1B371DB}"/>
              </a:ext>
            </a:extLst>
          </p:cNvPr>
          <p:cNvSpPr>
            <a:spLocks noGrp="1"/>
          </p:cNvSpPr>
          <p:nvPr>
            <p:ph type="body" sz="quarter" idx="3"/>
          </p:nvPr>
        </p:nvSpPr>
        <p:spPr>
          <a:xfrm>
            <a:off x="6172200" y="1681163"/>
            <a:ext cx="5183188" cy="657225"/>
          </a:xfrm>
        </p:spPr>
        <p:txBody>
          <a:bodyPr anchor="b">
            <a:normAutofit/>
          </a:bodyPr>
          <a:lstStyle>
            <a:lvl1pPr marL="0" indent="0">
              <a:buNone/>
              <a:defRPr sz="1600" b="1">
                <a:latin typeface="+mj-lt"/>
              </a:defRPr>
            </a:lvl1pPr>
            <a:lvl2pPr marL="457200" indent="0">
              <a:buNone/>
              <a:defRPr sz="1600" b="1"/>
            </a:lvl2pPr>
            <a:lvl3pPr marL="914400" indent="0">
              <a:buNone/>
              <a:defRPr sz="16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390EBBBB-517F-4ED7-9E51-CF0F7590B4D4}"/>
              </a:ext>
            </a:extLst>
          </p:cNvPr>
          <p:cNvSpPr>
            <a:spLocks noGrp="1"/>
          </p:cNvSpPr>
          <p:nvPr>
            <p:ph sz="quarter" idx="4"/>
          </p:nvPr>
        </p:nvSpPr>
        <p:spPr>
          <a:xfrm>
            <a:off x="6172200" y="2505075"/>
            <a:ext cx="5183188" cy="342377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2511B5C7-1E37-478F-B4B0-C7202FFE41B9}"/>
              </a:ext>
            </a:extLst>
          </p:cNvPr>
          <p:cNvSpPr>
            <a:spLocks noGrp="1"/>
          </p:cNvSpPr>
          <p:nvPr>
            <p:ph type="dt" sz="half" idx="10"/>
          </p:nvPr>
        </p:nvSpPr>
        <p:spPr/>
        <p:txBody>
          <a:bodyPr/>
          <a:lstStyle/>
          <a:p>
            <a:fld id="{19CAD10D-99D1-46B2-A85A-C16850FCF8CF}" type="datetimeFigureOut">
              <a:rPr lang="en-US" dirty="0"/>
              <a:t>8/26/2025</a:t>
            </a:fld>
            <a:endParaRPr lang="en-US" dirty="0"/>
          </a:p>
        </p:txBody>
      </p:sp>
      <p:sp>
        <p:nvSpPr>
          <p:cNvPr id="8" name="Footer Placeholder 7">
            <a:extLst>
              <a:ext uri="{FF2B5EF4-FFF2-40B4-BE49-F238E27FC236}">
                <a16:creationId xmlns:a16="http://schemas.microsoft.com/office/drawing/2014/main" id="{9153F7EF-507C-4CB3-86C5-8B34FFFC1D86}"/>
              </a:ext>
            </a:extLst>
          </p:cNvPr>
          <p:cNvSpPr>
            <a:spLocks noGrp="1"/>
          </p:cNvSpPr>
          <p:nvPr>
            <p:ph type="ftr" sz="quarter" idx="11"/>
          </p:nvPr>
        </p:nvSpPr>
        <p:spPr/>
        <p:txBody>
          <a:bodyPr/>
          <a:lstStyle/>
          <a:p>
            <a:r>
              <a:rPr lang="en-US" dirty="0"/>
              <a:t>
              </a:t>
            </a:r>
          </a:p>
        </p:txBody>
      </p:sp>
      <p:sp>
        <p:nvSpPr>
          <p:cNvPr id="9" name="Slide Number Placeholder 8">
            <a:extLst>
              <a:ext uri="{FF2B5EF4-FFF2-40B4-BE49-F238E27FC236}">
                <a16:creationId xmlns:a16="http://schemas.microsoft.com/office/drawing/2014/main" id="{58E3DEA6-E4EB-4C2A-8B4F-55EC965B6219}"/>
              </a:ext>
            </a:extLst>
          </p:cNvPr>
          <p:cNvSpPr>
            <a:spLocks noGrp="1"/>
          </p:cNvSpPr>
          <p:nvPr>
            <p:ph type="sldNum" sz="quarter" idx="12"/>
          </p:nvPr>
        </p:nvSpPr>
        <p:spPr/>
        <p:txBody>
          <a:bodyPr/>
          <a:lstStyle/>
          <a:p>
            <a:fld id="{E30AF5A0-43BB-4336-8627-9123B9144D80}" type="slidenum">
              <a:rPr lang="en-US" dirty="0"/>
              <a:t>‹#›</a:t>
            </a:fld>
            <a:endParaRPr lang="en-US" dirty="0"/>
          </a:p>
        </p:txBody>
      </p:sp>
    </p:spTree>
    <p:extLst>
      <p:ext uri="{BB962C8B-B14F-4D97-AF65-F5344CB8AC3E}">
        <p14:creationId xmlns:p14="http://schemas.microsoft.com/office/powerpoint/2010/main" val="28120463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32964-A933-4B98-A141-A4B316DAFA9F}"/>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5D684C9D-23DA-42B0-9DD3-7592F72E8DC9}"/>
              </a:ext>
            </a:extLst>
          </p:cNvPr>
          <p:cNvSpPr>
            <a:spLocks noGrp="1"/>
          </p:cNvSpPr>
          <p:nvPr>
            <p:ph type="dt" sz="half" idx="10"/>
          </p:nvPr>
        </p:nvSpPr>
        <p:spPr/>
        <p:txBody>
          <a:bodyPr/>
          <a:lstStyle/>
          <a:p>
            <a:fld id="{48C67E51-34D6-4E3D-8F41-CC63EA446EDD}" type="datetimeFigureOut">
              <a:rPr lang="en-US" dirty="0"/>
              <a:t>8/26/2025</a:t>
            </a:fld>
            <a:endParaRPr lang="en-US" dirty="0"/>
          </a:p>
        </p:txBody>
      </p:sp>
      <p:sp>
        <p:nvSpPr>
          <p:cNvPr id="4" name="Footer Placeholder 3">
            <a:extLst>
              <a:ext uri="{FF2B5EF4-FFF2-40B4-BE49-F238E27FC236}">
                <a16:creationId xmlns:a16="http://schemas.microsoft.com/office/drawing/2014/main" id="{68BF8F05-876F-49D8-AE30-5BB2A91ECD59}"/>
              </a:ext>
            </a:extLst>
          </p:cNvPr>
          <p:cNvSpPr>
            <a:spLocks noGrp="1"/>
          </p:cNvSpPr>
          <p:nvPr>
            <p:ph type="ftr" sz="quarter" idx="11"/>
          </p:nvPr>
        </p:nvSpPr>
        <p:spPr/>
        <p:txBody>
          <a:bodyPr/>
          <a:lstStyle/>
          <a:p>
            <a:r>
              <a:rPr lang="en-US" dirty="0"/>
              <a:t>
              </a:t>
            </a:r>
          </a:p>
        </p:txBody>
      </p:sp>
      <p:sp>
        <p:nvSpPr>
          <p:cNvPr id="5" name="Slide Number Placeholder 4">
            <a:extLst>
              <a:ext uri="{FF2B5EF4-FFF2-40B4-BE49-F238E27FC236}">
                <a16:creationId xmlns:a16="http://schemas.microsoft.com/office/drawing/2014/main" id="{153D20DA-9260-4577-BB51-789570A243AF}"/>
              </a:ext>
            </a:extLst>
          </p:cNvPr>
          <p:cNvSpPr>
            <a:spLocks noGrp="1"/>
          </p:cNvSpPr>
          <p:nvPr>
            <p:ph type="sldNum" sz="quarter" idx="12"/>
          </p:nvPr>
        </p:nvSpPr>
        <p:spPr/>
        <p:txBody>
          <a:bodyPr/>
          <a:lstStyle/>
          <a:p>
            <a:fld id="{E30AF5A0-43BB-4336-8627-9123B9144D80}" type="slidenum">
              <a:rPr lang="en-US" dirty="0"/>
              <a:t>‹#›</a:t>
            </a:fld>
            <a:endParaRPr lang="en-US" dirty="0"/>
          </a:p>
        </p:txBody>
      </p:sp>
    </p:spTree>
    <p:extLst>
      <p:ext uri="{BB962C8B-B14F-4D97-AF65-F5344CB8AC3E}">
        <p14:creationId xmlns:p14="http://schemas.microsoft.com/office/powerpoint/2010/main" val="2162704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2C1F24-E0A1-45A7-8EF5-92CD9799341C}"/>
              </a:ext>
            </a:extLst>
          </p:cNvPr>
          <p:cNvSpPr>
            <a:spLocks noGrp="1"/>
          </p:cNvSpPr>
          <p:nvPr>
            <p:ph type="dt" sz="half" idx="10"/>
          </p:nvPr>
        </p:nvSpPr>
        <p:spPr/>
        <p:txBody>
          <a:bodyPr/>
          <a:lstStyle/>
          <a:p>
            <a:fld id="{8D49E550-CE3F-497F-B953-7DE0932F91C0}" type="datetimeFigureOut">
              <a:rPr lang="en-US" dirty="0"/>
              <a:t>8/26/2025</a:t>
            </a:fld>
            <a:endParaRPr lang="en-US" dirty="0"/>
          </a:p>
        </p:txBody>
      </p:sp>
      <p:sp>
        <p:nvSpPr>
          <p:cNvPr id="3" name="Footer Placeholder 2">
            <a:extLst>
              <a:ext uri="{FF2B5EF4-FFF2-40B4-BE49-F238E27FC236}">
                <a16:creationId xmlns:a16="http://schemas.microsoft.com/office/drawing/2014/main" id="{3E021C19-210E-46B0-9036-5D8AECC9260C}"/>
              </a:ext>
            </a:extLst>
          </p:cNvPr>
          <p:cNvSpPr>
            <a:spLocks noGrp="1"/>
          </p:cNvSpPr>
          <p:nvPr>
            <p:ph type="ftr" sz="quarter" idx="11"/>
          </p:nvPr>
        </p:nvSpPr>
        <p:spPr/>
        <p:txBody>
          <a:bodyPr/>
          <a:lstStyle/>
          <a:p>
            <a:r>
              <a:rPr lang="en-US" dirty="0"/>
              <a:t>
              </a:t>
            </a:r>
          </a:p>
        </p:txBody>
      </p:sp>
      <p:sp>
        <p:nvSpPr>
          <p:cNvPr id="4" name="Slide Number Placeholder 3">
            <a:extLst>
              <a:ext uri="{FF2B5EF4-FFF2-40B4-BE49-F238E27FC236}">
                <a16:creationId xmlns:a16="http://schemas.microsoft.com/office/drawing/2014/main" id="{1A880FEF-487E-44DF-8615-DF2210419602}"/>
              </a:ext>
            </a:extLst>
          </p:cNvPr>
          <p:cNvSpPr>
            <a:spLocks noGrp="1"/>
          </p:cNvSpPr>
          <p:nvPr>
            <p:ph type="sldNum" sz="quarter" idx="12"/>
          </p:nvPr>
        </p:nvSpPr>
        <p:spPr/>
        <p:txBody>
          <a:bodyPr/>
          <a:lstStyle/>
          <a:p>
            <a:fld id="{E30AF5A0-43BB-4336-8627-9123B9144D80}" type="slidenum">
              <a:rPr lang="en-US" dirty="0"/>
              <a:t>‹#›</a:t>
            </a:fld>
            <a:endParaRPr lang="en-US" dirty="0"/>
          </a:p>
        </p:txBody>
      </p:sp>
    </p:spTree>
    <p:extLst>
      <p:ext uri="{BB962C8B-B14F-4D97-AF65-F5344CB8AC3E}">
        <p14:creationId xmlns:p14="http://schemas.microsoft.com/office/powerpoint/2010/main" val="29965354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568EE-74C8-43A6-90BC-2DDD965CF64A}"/>
              </a:ext>
            </a:extLst>
          </p:cNvPr>
          <p:cNvSpPr>
            <a:spLocks noGrp="1"/>
          </p:cNvSpPr>
          <p:nvPr>
            <p:ph type="title"/>
          </p:nvPr>
        </p:nvSpPr>
        <p:spPr>
          <a:xfrm>
            <a:off x="678426" y="781665"/>
            <a:ext cx="4093599" cy="1223452"/>
          </a:xfrm>
        </p:spPr>
        <p:txBody>
          <a:bodyPr anchor="b"/>
          <a:lstStyle>
            <a:lvl1pPr>
              <a:defRPr sz="3200"/>
            </a:lvl1pPr>
          </a:lstStyle>
          <a:p>
            <a:r>
              <a:rPr lang="en-US" dirty="0"/>
              <a:t>Click to edit Master title style</a:t>
            </a:r>
          </a:p>
        </p:txBody>
      </p:sp>
      <p:sp>
        <p:nvSpPr>
          <p:cNvPr id="3" name="Content Placeholder 2">
            <a:extLst>
              <a:ext uri="{FF2B5EF4-FFF2-40B4-BE49-F238E27FC236}">
                <a16:creationId xmlns:a16="http://schemas.microsoft.com/office/drawing/2014/main" id="{971C35AC-CAE3-48CF-A3E4-A075C9FDD71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2D9D03EA-5FAD-4609-A2B8-624E426847E3}"/>
              </a:ext>
            </a:extLst>
          </p:cNvPr>
          <p:cNvSpPr>
            <a:spLocks noGrp="1"/>
          </p:cNvSpPr>
          <p:nvPr>
            <p:ph type="body" sz="half" idx="2"/>
          </p:nvPr>
        </p:nvSpPr>
        <p:spPr>
          <a:xfrm>
            <a:off x="688258" y="2315497"/>
            <a:ext cx="4093599" cy="355349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0B58D2EA-2191-4216-B64D-067BDFE12375}"/>
              </a:ext>
            </a:extLst>
          </p:cNvPr>
          <p:cNvSpPr>
            <a:spLocks noGrp="1"/>
          </p:cNvSpPr>
          <p:nvPr>
            <p:ph type="dt" sz="half" idx="10"/>
          </p:nvPr>
        </p:nvSpPr>
        <p:spPr/>
        <p:txBody>
          <a:bodyPr/>
          <a:lstStyle/>
          <a:p>
            <a:fld id="{217A0BF4-BAA0-4539-95F2-9C4277F97478}" type="datetimeFigureOut">
              <a:rPr lang="en-US" dirty="0"/>
              <a:t>8/26/2025</a:t>
            </a:fld>
            <a:endParaRPr lang="en-US" dirty="0"/>
          </a:p>
        </p:txBody>
      </p:sp>
      <p:sp>
        <p:nvSpPr>
          <p:cNvPr id="6" name="Footer Placeholder 5">
            <a:extLst>
              <a:ext uri="{FF2B5EF4-FFF2-40B4-BE49-F238E27FC236}">
                <a16:creationId xmlns:a16="http://schemas.microsoft.com/office/drawing/2014/main" id="{78042128-DAB4-481C-BEE6-3523E8E88BAD}"/>
              </a:ext>
            </a:extLst>
          </p:cNvPr>
          <p:cNvSpPr>
            <a:spLocks noGrp="1"/>
          </p:cNvSpPr>
          <p:nvPr>
            <p:ph type="ftr" sz="quarter" idx="11"/>
          </p:nvPr>
        </p:nvSpPr>
        <p:spPr/>
        <p:txBody>
          <a:bodyPr/>
          <a:lstStyle/>
          <a:p>
            <a:r>
              <a:rPr lang="en-US" dirty="0"/>
              <a:t>
              </a:t>
            </a:r>
          </a:p>
        </p:txBody>
      </p:sp>
      <p:sp>
        <p:nvSpPr>
          <p:cNvPr id="7" name="Slide Number Placeholder 6">
            <a:extLst>
              <a:ext uri="{FF2B5EF4-FFF2-40B4-BE49-F238E27FC236}">
                <a16:creationId xmlns:a16="http://schemas.microsoft.com/office/drawing/2014/main" id="{AE50E382-C500-4A4C-A7C6-43860383AB91}"/>
              </a:ext>
            </a:extLst>
          </p:cNvPr>
          <p:cNvSpPr>
            <a:spLocks noGrp="1"/>
          </p:cNvSpPr>
          <p:nvPr>
            <p:ph type="sldNum" sz="quarter" idx="12"/>
          </p:nvPr>
        </p:nvSpPr>
        <p:spPr/>
        <p:txBody>
          <a:bodyPr/>
          <a:lstStyle/>
          <a:p>
            <a:fld id="{E30AF5A0-43BB-4336-8627-9123B9144D80}" type="slidenum">
              <a:rPr lang="en-US" dirty="0"/>
              <a:t>‹#›</a:t>
            </a:fld>
            <a:endParaRPr lang="en-US" dirty="0"/>
          </a:p>
        </p:txBody>
      </p:sp>
    </p:spTree>
    <p:extLst>
      <p:ext uri="{BB962C8B-B14F-4D97-AF65-F5344CB8AC3E}">
        <p14:creationId xmlns:p14="http://schemas.microsoft.com/office/powerpoint/2010/main" val="2769323506"/>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FE98B-EACF-4251-A8AF-0D9EDD17C664}"/>
              </a:ext>
            </a:extLst>
          </p:cNvPr>
          <p:cNvSpPr>
            <a:spLocks noGrp="1"/>
          </p:cNvSpPr>
          <p:nvPr>
            <p:ph type="title"/>
          </p:nvPr>
        </p:nvSpPr>
        <p:spPr>
          <a:xfrm>
            <a:off x="683342" y="1066800"/>
            <a:ext cx="4103431" cy="1317523"/>
          </a:xfrm>
        </p:spPr>
        <p:txBody>
          <a:bodyPr anchor="b"/>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3905F473-761A-4002-AF70-9FF878D0139E}"/>
              </a:ext>
            </a:extLst>
          </p:cNvPr>
          <p:cNvSpPr>
            <a:spLocks noGrp="1" noChangeAspect="1"/>
          </p:cNvSpPr>
          <p:nvPr>
            <p:ph type="pic" idx="1"/>
          </p:nvPr>
        </p:nvSpPr>
        <p:spPr>
          <a:xfrm>
            <a:off x="5183188" y="1066800"/>
            <a:ext cx="6172200" cy="4794250"/>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FA0C2E6A-F834-4540-BB00-E13CB45DC362}"/>
              </a:ext>
            </a:extLst>
          </p:cNvPr>
          <p:cNvSpPr>
            <a:spLocks noGrp="1"/>
          </p:cNvSpPr>
          <p:nvPr>
            <p:ph type="body" sz="half" idx="2"/>
          </p:nvPr>
        </p:nvSpPr>
        <p:spPr>
          <a:xfrm>
            <a:off x="683342" y="2552700"/>
            <a:ext cx="4103431" cy="33162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F0C38EAB-AD63-415C-B263-BA1D8FBE3CB0}"/>
              </a:ext>
            </a:extLst>
          </p:cNvPr>
          <p:cNvSpPr>
            <a:spLocks noGrp="1"/>
          </p:cNvSpPr>
          <p:nvPr>
            <p:ph type="dt" sz="half" idx="10"/>
          </p:nvPr>
        </p:nvSpPr>
        <p:spPr/>
        <p:txBody>
          <a:bodyPr/>
          <a:lstStyle/>
          <a:p>
            <a:fld id="{52E9884E-D945-496C-84BE-49C61F78F9EC}" type="datetimeFigureOut">
              <a:rPr lang="en-US" dirty="0"/>
              <a:t>8/26/2025</a:t>
            </a:fld>
            <a:endParaRPr lang="en-US" dirty="0"/>
          </a:p>
        </p:txBody>
      </p:sp>
      <p:sp>
        <p:nvSpPr>
          <p:cNvPr id="6" name="Footer Placeholder 5">
            <a:extLst>
              <a:ext uri="{FF2B5EF4-FFF2-40B4-BE49-F238E27FC236}">
                <a16:creationId xmlns:a16="http://schemas.microsoft.com/office/drawing/2014/main" id="{422E5541-B6DE-45E8-BCFE-0DFC4F574079}"/>
              </a:ext>
            </a:extLst>
          </p:cNvPr>
          <p:cNvSpPr>
            <a:spLocks noGrp="1"/>
          </p:cNvSpPr>
          <p:nvPr>
            <p:ph type="ftr" sz="quarter" idx="11"/>
          </p:nvPr>
        </p:nvSpPr>
        <p:spPr/>
        <p:txBody>
          <a:bodyPr/>
          <a:lstStyle/>
          <a:p>
            <a:r>
              <a:rPr lang="en-US" dirty="0"/>
              <a:t>
              </a:t>
            </a:r>
          </a:p>
        </p:txBody>
      </p:sp>
      <p:sp>
        <p:nvSpPr>
          <p:cNvPr id="7" name="Slide Number Placeholder 6">
            <a:extLst>
              <a:ext uri="{FF2B5EF4-FFF2-40B4-BE49-F238E27FC236}">
                <a16:creationId xmlns:a16="http://schemas.microsoft.com/office/drawing/2014/main" id="{DBB78D45-289B-46AF-8CB9-E6150BEA17ED}"/>
              </a:ext>
            </a:extLst>
          </p:cNvPr>
          <p:cNvSpPr>
            <a:spLocks noGrp="1"/>
          </p:cNvSpPr>
          <p:nvPr>
            <p:ph type="sldNum" sz="quarter" idx="12"/>
          </p:nvPr>
        </p:nvSpPr>
        <p:spPr/>
        <p:txBody>
          <a:bodyPr/>
          <a:lstStyle/>
          <a:p>
            <a:fld id="{E30AF5A0-43BB-4336-8627-9123B9144D80}" type="slidenum">
              <a:rPr lang="en-US" dirty="0"/>
              <a:t>‹#›</a:t>
            </a:fld>
            <a:endParaRPr lang="en-US" dirty="0"/>
          </a:p>
        </p:txBody>
      </p:sp>
    </p:spTree>
    <p:extLst>
      <p:ext uri="{BB962C8B-B14F-4D97-AF65-F5344CB8AC3E}">
        <p14:creationId xmlns:p14="http://schemas.microsoft.com/office/powerpoint/2010/main" val="390297466"/>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359C1-C098-4BF4-A55D-782F4E606B8A}"/>
              </a:ext>
            </a:extLst>
          </p:cNvPr>
          <p:cNvSpPr>
            <a:spLocks noGrp="1"/>
          </p:cNvSpPr>
          <p:nvPr>
            <p:ph type="title"/>
          </p:nvPr>
        </p:nvSpPr>
        <p:spPr/>
        <p:txBody>
          <a:bodyPr/>
          <a:lstStyle/>
          <a:p>
            <a:r>
              <a:rPr lang="en-US" dirty="0"/>
              <a:t>Click to edit Master title style</a:t>
            </a:r>
          </a:p>
        </p:txBody>
      </p:sp>
      <p:sp>
        <p:nvSpPr>
          <p:cNvPr id="3" name="Vertical Text Placeholder 2">
            <a:extLst>
              <a:ext uri="{FF2B5EF4-FFF2-40B4-BE49-F238E27FC236}">
                <a16:creationId xmlns:a16="http://schemas.microsoft.com/office/drawing/2014/main" id="{3D343C7E-1E8B-4D38-9B81-1AA2A8978EDE}"/>
              </a:ext>
            </a:extLst>
          </p:cNvPr>
          <p:cNvSpPr>
            <a:spLocks noGrp="1"/>
          </p:cNvSpPr>
          <p:nvPr>
            <p:ph type="body" orient="vert" idx="1"/>
          </p:nvPr>
        </p:nvSpPr>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C8A70B00-53AE-4D3F-91BE-A8D789ED9864}"/>
              </a:ext>
            </a:extLst>
          </p:cNvPr>
          <p:cNvSpPr>
            <a:spLocks noGrp="1"/>
          </p:cNvSpPr>
          <p:nvPr>
            <p:ph type="dt" sz="half" idx="10"/>
          </p:nvPr>
        </p:nvSpPr>
        <p:spPr/>
        <p:txBody>
          <a:bodyPr/>
          <a:lstStyle/>
          <a:p>
            <a:fld id="{F18115DA-6CBC-4AEF-A85F-371C66916CF8}" type="datetimeFigureOut">
              <a:rPr lang="en-US" dirty="0"/>
              <a:t>8/26/2025</a:t>
            </a:fld>
            <a:endParaRPr lang="en-US" dirty="0"/>
          </a:p>
        </p:txBody>
      </p:sp>
      <p:sp>
        <p:nvSpPr>
          <p:cNvPr id="5" name="Footer Placeholder 4">
            <a:extLst>
              <a:ext uri="{FF2B5EF4-FFF2-40B4-BE49-F238E27FC236}">
                <a16:creationId xmlns:a16="http://schemas.microsoft.com/office/drawing/2014/main" id="{06647FC7-8124-4F70-A849-B6BCC5189CC3}"/>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B47CEBE4-50DC-47DB-B699-CCC024336C9F}"/>
              </a:ext>
            </a:extLst>
          </p:cNvPr>
          <p:cNvSpPr>
            <a:spLocks noGrp="1"/>
          </p:cNvSpPr>
          <p:nvPr>
            <p:ph type="sldNum" sz="quarter" idx="12"/>
          </p:nvPr>
        </p:nvSpPr>
        <p:spPr/>
        <p:txBody>
          <a:bodyPr/>
          <a:lstStyle/>
          <a:p>
            <a:fld id="{E30AF5A0-43BB-4336-8627-9123B9144D80}" type="slidenum">
              <a:rPr lang="en-US" dirty="0"/>
              <a:t>‹#›</a:t>
            </a:fld>
            <a:endParaRPr lang="en-US" dirty="0"/>
          </a:p>
        </p:txBody>
      </p:sp>
    </p:spTree>
    <p:extLst>
      <p:ext uri="{BB962C8B-B14F-4D97-AF65-F5344CB8AC3E}">
        <p14:creationId xmlns:p14="http://schemas.microsoft.com/office/powerpoint/2010/main" val="2255300362"/>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418279-D3B8-4C6A-AB74-9DE377771270}"/>
              </a:ext>
            </a:extLst>
          </p:cNvPr>
          <p:cNvSpPr>
            <a:spLocks noGrp="1"/>
          </p:cNvSpPr>
          <p:nvPr>
            <p:ph type="title" orient="vert"/>
          </p:nvPr>
        </p:nvSpPr>
        <p:spPr>
          <a:xfrm>
            <a:off x="9242322" y="997974"/>
            <a:ext cx="2349043" cy="4984956"/>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E28F733C-9309-4197-BACA-207CDC8935C9}"/>
              </a:ext>
            </a:extLst>
          </p:cNvPr>
          <p:cNvSpPr>
            <a:spLocks noGrp="1"/>
          </p:cNvSpPr>
          <p:nvPr>
            <p:ph type="body" orient="vert" idx="1"/>
          </p:nvPr>
        </p:nvSpPr>
        <p:spPr>
          <a:xfrm>
            <a:off x="838200" y="997973"/>
            <a:ext cx="8404122" cy="4984956"/>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56ACD4D0-5BE6-412D-B08B-5DFFD593513E}"/>
              </a:ext>
            </a:extLst>
          </p:cNvPr>
          <p:cNvSpPr>
            <a:spLocks noGrp="1"/>
          </p:cNvSpPr>
          <p:nvPr>
            <p:ph type="dt" sz="half" idx="10"/>
          </p:nvPr>
        </p:nvSpPr>
        <p:spPr/>
        <p:txBody>
          <a:bodyPr/>
          <a:lstStyle/>
          <a:p>
            <a:fld id="{2A6007E4-95E8-4ABC-B20B-51235318A487}" type="datetimeFigureOut">
              <a:rPr lang="en-US" dirty="0"/>
              <a:t>8/26/2025</a:t>
            </a:fld>
            <a:endParaRPr lang="en-US" dirty="0"/>
          </a:p>
        </p:txBody>
      </p:sp>
      <p:sp>
        <p:nvSpPr>
          <p:cNvPr id="5" name="Footer Placeholder 4">
            <a:extLst>
              <a:ext uri="{FF2B5EF4-FFF2-40B4-BE49-F238E27FC236}">
                <a16:creationId xmlns:a16="http://schemas.microsoft.com/office/drawing/2014/main" id="{55021651-B786-4A39-A10F-F5231D0A2C5E}"/>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74504D2D-9379-40DE-9F45-3004BE54F16B}"/>
              </a:ext>
            </a:extLst>
          </p:cNvPr>
          <p:cNvSpPr>
            <a:spLocks noGrp="1"/>
          </p:cNvSpPr>
          <p:nvPr>
            <p:ph type="sldNum" sz="quarter" idx="12"/>
          </p:nvPr>
        </p:nvSpPr>
        <p:spPr/>
        <p:txBody>
          <a:bodyPr/>
          <a:lstStyle/>
          <a:p>
            <a:fld id="{E30AF5A0-43BB-4336-8627-9123B9144D80}" type="slidenum">
              <a:rPr lang="en-US" dirty="0"/>
              <a:t>‹#›</a:t>
            </a:fld>
            <a:endParaRPr lang="en-US" dirty="0"/>
          </a:p>
        </p:txBody>
      </p:sp>
    </p:spTree>
    <p:extLst>
      <p:ext uri="{BB962C8B-B14F-4D97-AF65-F5344CB8AC3E}">
        <p14:creationId xmlns:p14="http://schemas.microsoft.com/office/powerpoint/2010/main" val="19038243"/>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A362AC-B59F-4AC7-B279-57DDD5336BCA}"/>
              </a:ext>
            </a:extLst>
          </p:cNvPr>
          <p:cNvSpPr>
            <a:spLocks noGrp="1"/>
          </p:cNvSpPr>
          <p:nvPr>
            <p:ph type="title"/>
          </p:nvPr>
        </p:nvSpPr>
        <p:spPr>
          <a:xfrm>
            <a:off x="700635" y="922096"/>
            <a:ext cx="10691265" cy="1371030"/>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0E6042DB-75BD-4EC1-B6D9-8A72EF940CAA}"/>
              </a:ext>
            </a:extLst>
          </p:cNvPr>
          <p:cNvSpPr>
            <a:spLocks noGrp="1"/>
          </p:cNvSpPr>
          <p:nvPr>
            <p:ph type="body" idx="1"/>
          </p:nvPr>
        </p:nvSpPr>
        <p:spPr>
          <a:xfrm>
            <a:off x="700635" y="2293126"/>
            <a:ext cx="10691265" cy="363608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21DD1378-7C96-4079-B44C-3D86B4657596}"/>
              </a:ext>
            </a:extLst>
          </p:cNvPr>
          <p:cNvSpPr>
            <a:spLocks noGrp="1"/>
          </p:cNvSpPr>
          <p:nvPr>
            <p:ph type="dt" sz="half" idx="2"/>
          </p:nvPr>
        </p:nvSpPr>
        <p:spPr>
          <a:xfrm>
            <a:off x="8369448" y="6356350"/>
            <a:ext cx="2592594" cy="365125"/>
          </a:xfrm>
          <a:prstGeom prst="rect">
            <a:avLst/>
          </a:prstGeom>
        </p:spPr>
        <p:txBody>
          <a:bodyPr vert="horz" lIns="91440" tIns="45720" rIns="91440" bIns="45720" rtlCol="0" anchor="ctr"/>
          <a:lstStyle>
            <a:lvl1pPr algn="r">
              <a:defRPr sz="1050">
                <a:solidFill>
                  <a:schemeClr val="tx1"/>
                </a:solidFill>
                <a:latin typeface="+mj-lt"/>
              </a:defRPr>
            </a:lvl1pPr>
          </a:lstStyle>
          <a:p>
            <a:fld id="{CD438618-DEE5-47CF-A8B2-A9E090D503CD}" type="datetimeFigureOut">
              <a:rPr lang="en-US" dirty="0"/>
              <a:t>8/26/2025</a:t>
            </a:fld>
            <a:endParaRPr lang="en-US" dirty="0"/>
          </a:p>
        </p:txBody>
      </p:sp>
      <p:sp>
        <p:nvSpPr>
          <p:cNvPr id="5" name="Footer Placeholder 4">
            <a:extLst>
              <a:ext uri="{FF2B5EF4-FFF2-40B4-BE49-F238E27FC236}">
                <a16:creationId xmlns:a16="http://schemas.microsoft.com/office/drawing/2014/main" id="{D19B6B78-577F-43F5-BAEE-BF72484C9850}"/>
              </a:ext>
            </a:extLst>
          </p:cNvPr>
          <p:cNvSpPr>
            <a:spLocks noGrp="1"/>
          </p:cNvSpPr>
          <p:nvPr>
            <p:ph type="ftr" sz="quarter" idx="3"/>
          </p:nvPr>
        </p:nvSpPr>
        <p:spPr>
          <a:xfrm>
            <a:off x="715383" y="6356350"/>
            <a:ext cx="4539727" cy="365125"/>
          </a:xfrm>
          <a:prstGeom prst="rect">
            <a:avLst/>
          </a:prstGeom>
        </p:spPr>
        <p:txBody>
          <a:bodyPr vert="horz" lIns="91440" tIns="45720" rIns="91440" bIns="45720" rtlCol="0" anchor="ctr"/>
          <a:lstStyle>
            <a:lvl1pPr algn="l">
              <a:defRPr sz="1050">
                <a:solidFill>
                  <a:schemeClr val="tx1"/>
                </a:solidFill>
                <a:latin typeface="+mj-lt"/>
              </a:defRPr>
            </a:lvl1pPr>
          </a:lstStyle>
          <a:p>
            <a:r>
              <a:rPr lang="en-US" dirty="0"/>
              <a:t>
              </a:t>
            </a:r>
          </a:p>
        </p:txBody>
      </p:sp>
      <p:sp>
        <p:nvSpPr>
          <p:cNvPr id="6" name="Slide Number Placeholder 5">
            <a:extLst>
              <a:ext uri="{FF2B5EF4-FFF2-40B4-BE49-F238E27FC236}">
                <a16:creationId xmlns:a16="http://schemas.microsoft.com/office/drawing/2014/main" id="{A8CC75B8-AF8F-4D8A-9B3D-D1951A64BADB}"/>
              </a:ext>
            </a:extLst>
          </p:cNvPr>
          <p:cNvSpPr>
            <a:spLocks noGrp="1"/>
          </p:cNvSpPr>
          <p:nvPr>
            <p:ph type="sldNum" sz="quarter" idx="4"/>
          </p:nvPr>
        </p:nvSpPr>
        <p:spPr>
          <a:xfrm>
            <a:off x="10919012" y="6356350"/>
            <a:ext cx="672354" cy="365125"/>
          </a:xfrm>
          <a:prstGeom prst="rect">
            <a:avLst/>
          </a:prstGeom>
        </p:spPr>
        <p:txBody>
          <a:bodyPr vert="horz" lIns="91440" tIns="45720" rIns="91440" bIns="45720" rtlCol="0" anchor="ctr"/>
          <a:lstStyle>
            <a:lvl1pPr algn="r">
              <a:defRPr sz="1800">
                <a:solidFill>
                  <a:schemeClr val="tx1"/>
                </a:solidFill>
              </a:defRPr>
            </a:lvl1pPr>
          </a:lstStyle>
          <a:p>
            <a:fld id="{E30AF5A0-43BB-4336-8627-9123B9144D80}" type="slidenum">
              <a:rPr lang="en-US" dirty="0"/>
              <a:t>‹#›</a:t>
            </a:fld>
            <a:endParaRPr lang="en-US" dirty="0"/>
          </a:p>
        </p:txBody>
      </p:sp>
      <p:cxnSp>
        <p:nvCxnSpPr>
          <p:cNvPr id="7" name="Straight Connector 6">
            <a:extLst>
              <a:ext uri="{FF2B5EF4-FFF2-40B4-BE49-F238E27FC236}">
                <a16:creationId xmlns:a16="http://schemas.microsoft.com/office/drawing/2014/main" id="{F64F9B95-9045-48D2-B9F3-2927E98F54AA}"/>
              </a:ext>
            </a:extLst>
          </p:cNvPr>
          <p:cNvCxnSpPr>
            <a:cxnSpLocks/>
          </p:cNvCxnSpPr>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85AA86F-6A4D-4BCB-A045-D992CDC2959B}"/>
              </a:ext>
            </a:extLst>
          </p:cNvPr>
          <p:cNvCxnSpPr>
            <a:cxnSpLocks/>
          </p:cNvCxnSpPr>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4340816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p:txStyles>
    <p:titleStyle>
      <a:lvl1pPr algn="l" defTabSz="914400" rtl="0" eaLnBrk="1" latinLnBrk="0" hangingPunct="1">
        <a:lnSpc>
          <a:spcPct val="100000"/>
        </a:lnSpc>
        <a:spcBef>
          <a:spcPct val="0"/>
        </a:spcBef>
        <a:buNone/>
        <a:defRPr sz="4000" kern="1200" cap="all" spc="30" baseline="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orient="horz" pos="672">
          <p15:clr>
            <a:srgbClr val="F26B43"/>
          </p15:clr>
        </p15:guide>
        <p15:guide id="4" orient="horz" pos="912">
          <p15:clr>
            <a:srgbClr val="F26B43"/>
          </p15:clr>
        </p15:guide>
        <p15:guide id="5" pos="7176">
          <p15:clr>
            <a:srgbClr val="F26B43"/>
          </p15:clr>
        </p15:guide>
        <p15:guide id="6" pos="504">
          <p15:clr>
            <a:srgbClr val="F26B43"/>
          </p15:clr>
        </p15:guide>
        <p15:guide id="7" orient="horz" pos="3864">
          <p15:clr>
            <a:srgbClr val="F26B43"/>
          </p15:clr>
        </p15:guide>
        <p15:guide id="8" orient="horz" pos="456">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13AD87B-77C9-E5DD-D769-6CD55C901D74}"/>
              </a:ext>
            </a:extLst>
          </p:cNvPr>
          <p:cNvSpPr txBox="1"/>
          <p:nvPr/>
        </p:nvSpPr>
        <p:spPr>
          <a:xfrm>
            <a:off x="70535" y="52901"/>
            <a:ext cx="12061508"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4000" b="1"/>
              <a:t>Amdahl's Law</a:t>
            </a:r>
            <a:endParaRPr lang="en-US"/>
          </a:p>
        </p:txBody>
      </p:sp>
      <p:sp>
        <p:nvSpPr>
          <p:cNvPr id="3" name="TextBox 2">
            <a:extLst>
              <a:ext uri="{FF2B5EF4-FFF2-40B4-BE49-F238E27FC236}">
                <a16:creationId xmlns:a16="http://schemas.microsoft.com/office/drawing/2014/main" id="{59A21086-88EE-6004-D596-60E9B1BAC71D}"/>
              </a:ext>
            </a:extLst>
          </p:cNvPr>
          <p:cNvSpPr txBox="1"/>
          <p:nvPr/>
        </p:nvSpPr>
        <p:spPr>
          <a:xfrm>
            <a:off x="405576" y="881688"/>
            <a:ext cx="11320889"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t>A new floating-point unit speeds up floating point operations by two times. In an Application one fifth of the </a:t>
            </a:r>
            <a:r>
              <a:rPr lang="en-US" b="1"/>
              <a:t>instructions are floating-point operations. </a:t>
            </a:r>
            <a:endParaRPr lang="en-US" b="1" dirty="0"/>
          </a:p>
          <a:p>
            <a:r>
              <a:rPr lang="en-US" b="1"/>
              <a:t>(a) What is the overall speedup ? (Ignore the penalty to other instructions).</a:t>
            </a:r>
            <a:endParaRPr lang="en-US" b="1" dirty="0"/>
          </a:p>
          <a:p>
            <a:r>
              <a:rPr lang="en-US" b="1" dirty="0"/>
              <a:t>(b) Assume that the speeding up of the floating-point unit mentioned above slowed down data cache accesses resulting in a 1.5X slowdown. Assume the load instructions constitute 15% and store instructions constitute 9% of </a:t>
            </a:r>
            <a:r>
              <a:rPr lang="en-US" b="1"/>
              <a:t>the total instruction what is the effective overall speedup now?</a:t>
            </a:r>
            <a:endParaRPr lang="en-US" b="1" dirty="0"/>
          </a:p>
        </p:txBody>
      </p:sp>
    </p:spTree>
    <p:extLst>
      <p:ext uri="{BB962C8B-B14F-4D97-AF65-F5344CB8AC3E}">
        <p14:creationId xmlns:p14="http://schemas.microsoft.com/office/powerpoint/2010/main" val="7136958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F0F4BD-CBA0-1790-A6E7-69029C36486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3C54D38-48E6-A4BF-6C56-E72B21E5A0FE}"/>
              </a:ext>
            </a:extLst>
          </p:cNvPr>
          <p:cNvSpPr txBox="1"/>
          <p:nvPr/>
        </p:nvSpPr>
        <p:spPr>
          <a:xfrm>
            <a:off x="70535" y="52901"/>
            <a:ext cx="12061508"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4000" b="1"/>
              <a:t>Amdahl's Law</a:t>
            </a:r>
            <a:endParaRPr lang="en-US"/>
          </a:p>
        </p:txBody>
      </p:sp>
      <p:sp>
        <p:nvSpPr>
          <p:cNvPr id="3" name="TextBox 2">
            <a:extLst>
              <a:ext uri="{FF2B5EF4-FFF2-40B4-BE49-F238E27FC236}">
                <a16:creationId xmlns:a16="http://schemas.microsoft.com/office/drawing/2014/main" id="{AD04839C-97AD-5871-BA90-00A09B6EC3BD}"/>
              </a:ext>
            </a:extLst>
          </p:cNvPr>
          <p:cNvSpPr txBox="1"/>
          <p:nvPr/>
        </p:nvSpPr>
        <p:spPr>
          <a:xfrm>
            <a:off x="405576" y="881688"/>
            <a:ext cx="11320889"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t>A new floating-point unit speeds up floating point operations by two times. In an Application one fifth of the </a:t>
            </a:r>
            <a:r>
              <a:rPr lang="en-US" b="1"/>
              <a:t>instructions are floating-point operations. </a:t>
            </a:r>
            <a:endParaRPr lang="en-US" b="1" dirty="0"/>
          </a:p>
          <a:p>
            <a:r>
              <a:rPr lang="en-US" b="1"/>
              <a:t>(a) What is the overall speedup ? (Ignore the penalty to other instructions).</a:t>
            </a:r>
            <a:endParaRPr lang="en-US" b="1" dirty="0"/>
          </a:p>
          <a:p>
            <a:r>
              <a:rPr lang="en-US" b="1" dirty="0"/>
              <a:t>(b) Assume that the speeding up of the floating-point unit mentioned above slowed down data cache accesses resulting in a 1.5X slowdown. Assume the load instructions constitute 15% and store instructions constitute 9% of </a:t>
            </a:r>
            <a:r>
              <a:rPr lang="en-US" b="1"/>
              <a:t>the total instruction what is the effective overall speedup now?</a:t>
            </a:r>
            <a:endParaRPr lang="en-US" b="1" dirty="0"/>
          </a:p>
        </p:txBody>
      </p:sp>
      <p:sp>
        <p:nvSpPr>
          <p:cNvPr id="4" name="TextBox 3">
            <a:extLst>
              <a:ext uri="{FF2B5EF4-FFF2-40B4-BE49-F238E27FC236}">
                <a16:creationId xmlns:a16="http://schemas.microsoft.com/office/drawing/2014/main" id="{9B149C0F-37E2-3DD2-E0D6-DFF11C477EFD}"/>
              </a:ext>
            </a:extLst>
          </p:cNvPr>
          <p:cNvSpPr txBox="1"/>
          <p:nvPr/>
        </p:nvSpPr>
        <p:spPr>
          <a:xfrm>
            <a:off x="440844" y="3244615"/>
            <a:ext cx="1126798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solidFill>
                  <a:srgbClr val="0C38E8"/>
                </a:solidFill>
              </a:rPr>
              <a:t>S=1/{(1-f) + (f/N)} = 1/{(1-0.2) + (0.2/2)} = </a:t>
            </a:r>
            <a:r>
              <a:rPr lang="en-US" b="1" dirty="0">
                <a:solidFill>
                  <a:srgbClr val="C00000"/>
                </a:solidFill>
              </a:rPr>
              <a:t>1.11 times</a:t>
            </a:r>
          </a:p>
        </p:txBody>
      </p:sp>
    </p:spTree>
    <p:extLst>
      <p:ext uri="{BB962C8B-B14F-4D97-AF65-F5344CB8AC3E}">
        <p14:creationId xmlns:p14="http://schemas.microsoft.com/office/powerpoint/2010/main" val="21498764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4A7EF4-4F60-05DD-EAB4-6B8FA87BC5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550B365-0061-B9CE-5C67-38F3A9A21599}"/>
              </a:ext>
            </a:extLst>
          </p:cNvPr>
          <p:cNvSpPr txBox="1"/>
          <p:nvPr/>
        </p:nvSpPr>
        <p:spPr>
          <a:xfrm>
            <a:off x="70535" y="52901"/>
            <a:ext cx="12061508"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4000" b="1"/>
              <a:t>Amdahl's Law</a:t>
            </a:r>
            <a:endParaRPr lang="en-US"/>
          </a:p>
        </p:txBody>
      </p:sp>
      <p:sp>
        <p:nvSpPr>
          <p:cNvPr id="3" name="TextBox 2">
            <a:extLst>
              <a:ext uri="{FF2B5EF4-FFF2-40B4-BE49-F238E27FC236}">
                <a16:creationId xmlns:a16="http://schemas.microsoft.com/office/drawing/2014/main" id="{1941BB5A-ACA5-A149-6045-51F2BEA18DFB}"/>
              </a:ext>
            </a:extLst>
          </p:cNvPr>
          <p:cNvSpPr txBox="1"/>
          <p:nvPr/>
        </p:nvSpPr>
        <p:spPr>
          <a:xfrm>
            <a:off x="405576" y="881688"/>
            <a:ext cx="11320889"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t>A new floating-point unit speeds up floating point operations by two times. In an Application one fifth of the </a:t>
            </a:r>
            <a:r>
              <a:rPr lang="en-US" b="1"/>
              <a:t>instructions are floating-point operations. </a:t>
            </a:r>
            <a:endParaRPr lang="en-US" b="1" dirty="0"/>
          </a:p>
          <a:p>
            <a:r>
              <a:rPr lang="en-US" b="1"/>
              <a:t>(a) What is the overall speedup ? (Ignore the penalty to other instructions).</a:t>
            </a:r>
            <a:endParaRPr lang="en-US" b="1" dirty="0"/>
          </a:p>
          <a:p>
            <a:r>
              <a:rPr lang="en-US" b="1" dirty="0"/>
              <a:t>(b) Assume that the speeding up of the floating-point unit mentioned above slowed down data cache accesses resulting in a 1.5X slowdown. Assume the load instructions constitute 15% and store instructions constitute 9% of </a:t>
            </a:r>
            <a:r>
              <a:rPr lang="en-US" b="1"/>
              <a:t>the total instruction what is the effective overall speedup now?</a:t>
            </a:r>
            <a:endParaRPr lang="en-US" b="1" dirty="0"/>
          </a:p>
        </p:txBody>
      </p:sp>
      <p:sp>
        <p:nvSpPr>
          <p:cNvPr id="4" name="TextBox 3">
            <a:extLst>
              <a:ext uri="{FF2B5EF4-FFF2-40B4-BE49-F238E27FC236}">
                <a16:creationId xmlns:a16="http://schemas.microsoft.com/office/drawing/2014/main" id="{9978D5B4-A9F7-EF06-ACF5-AE91F4AC1E36}"/>
              </a:ext>
            </a:extLst>
          </p:cNvPr>
          <p:cNvSpPr txBox="1"/>
          <p:nvPr/>
        </p:nvSpPr>
        <p:spPr>
          <a:xfrm>
            <a:off x="440844" y="3244615"/>
            <a:ext cx="11267988"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solidFill>
                  <a:srgbClr val="0C38E8"/>
                </a:solidFill>
              </a:rPr>
              <a:t>S=1/{(1-f) + (f/N)} = 1/{(1-0.2) + (0.2/2)} = </a:t>
            </a:r>
            <a:r>
              <a:rPr lang="en-US" b="1" dirty="0">
                <a:solidFill>
                  <a:srgbClr val="C00000"/>
                </a:solidFill>
              </a:rPr>
              <a:t>1.11 times</a:t>
            </a:r>
          </a:p>
          <a:p>
            <a:endParaRPr lang="en-US" b="1" dirty="0">
              <a:solidFill>
                <a:srgbClr val="C00000"/>
              </a:solidFill>
            </a:endParaRPr>
          </a:p>
          <a:p>
            <a:r>
              <a:rPr lang="en-US" b="1" dirty="0">
                <a:solidFill>
                  <a:srgbClr val="0C38E8"/>
                </a:solidFill>
              </a:rPr>
              <a:t>S= 1/{(1-f1-f2) + (f1/N1) + (f2/N2)}</a:t>
            </a:r>
          </a:p>
        </p:txBody>
      </p:sp>
    </p:spTree>
    <p:extLst>
      <p:ext uri="{BB962C8B-B14F-4D97-AF65-F5344CB8AC3E}">
        <p14:creationId xmlns:p14="http://schemas.microsoft.com/office/powerpoint/2010/main" val="16824137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54CC4E-977F-D7FA-9AD7-A2E51DB40E1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CE7CC8D-5A58-0FBF-A46E-8E3BB5C29EA0}"/>
              </a:ext>
            </a:extLst>
          </p:cNvPr>
          <p:cNvSpPr txBox="1"/>
          <p:nvPr/>
        </p:nvSpPr>
        <p:spPr>
          <a:xfrm>
            <a:off x="70535" y="52901"/>
            <a:ext cx="12061508"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4000" b="1"/>
              <a:t>Amdahl's Law</a:t>
            </a:r>
            <a:endParaRPr lang="en-US"/>
          </a:p>
        </p:txBody>
      </p:sp>
      <p:sp>
        <p:nvSpPr>
          <p:cNvPr id="3" name="TextBox 2">
            <a:extLst>
              <a:ext uri="{FF2B5EF4-FFF2-40B4-BE49-F238E27FC236}">
                <a16:creationId xmlns:a16="http://schemas.microsoft.com/office/drawing/2014/main" id="{44DD3887-5755-7FD7-611B-A07A7B0EFE86}"/>
              </a:ext>
            </a:extLst>
          </p:cNvPr>
          <p:cNvSpPr txBox="1"/>
          <p:nvPr/>
        </p:nvSpPr>
        <p:spPr>
          <a:xfrm>
            <a:off x="405576" y="881688"/>
            <a:ext cx="11320889"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t>A new floating-point unit speeds up floating point operations by two times. In an Application one fifth of the instructions are floating-point operations. </a:t>
            </a:r>
          </a:p>
          <a:p>
            <a:r>
              <a:rPr lang="en-US" b="1" dirty="0"/>
              <a:t>(a) What is the overall speedup ? (Ignore the penalty to other instructions).</a:t>
            </a:r>
          </a:p>
          <a:p>
            <a:r>
              <a:rPr lang="en-US" b="1" dirty="0"/>
              <a:t>(b) Assume that the speeding up of the floating-point unit mentioned above slowed down data cache accesses resulting in a 1.5X slowdown. Assume the load instructions constitute 15% and store instructions constitute 9% of the total instruction what is the effective overall speedup now?</a:t>
            </a:r>
          </a:p>
        </p:txBody>
      </p:sp>
      <p:sp>
        <p:nvSpPr>
          <p:cNvPr id="4" name="TextBox 3">
            <a:extLst>
              <a:ext uri="{FF2B5EF4-FFF2-40B4-BE49-F238E27FC236}">
                <a16:creationId xmlns:a16="http://schemas.microsoft.com/office/drawing/2014/main" id="{99E59FFE-3762-F95F-C403-3861FF3F1E9E}"/>
              </a:ext>
            </a:extLst>
          </p:cNvPr>
          <p:cNvSpPr txBox="1"/>
          <p:nvPr/>
        </p:nvSpPr>
        <p:spPr>
          <a:xfrm>
            <a:off x="440844" y="3244615"/>
            <a:ext cx="11267988"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solidFill>
                  <a:srgbClr val="0C38E8"/>
                </a:solidFill>
              </a:rPr>
              <a:t>S =1/{(1-f) + (f/N)} = 1/{(1-0.2) + (0.2/2)}</a:t>
            </a:r>
          </a:p>
          <a:p>
            <a:r>
              <a:rPr lang="en-US" b="1" dirty="0">
                <a:solidFill>
                  <a:srgbClr val="0C38E8"/>
                </a:solidFill>
              </a:rPr>
              <a:t>   = </a:t>
            </a:r>
            <a:r>
              <a:rPr lang="en-US" b="1" dirty="0">
                <a:solidFill>
                  <a:srgbClr val="C00000"/>
                </a:solidFill>
              </a:rPr>
              <a:t>1.11 times</a:t>
            </a:r>
          </a:p>
          <a:p>
            <a:endParaRPr lang="en-US" b="1" dirty="0">
              <a:solidFill>
                <a:srgbClr val="C00000"/>
              </a:solidFill>
            </a:endParaRPr>
          </a:p>
          <a:p>
            <a:r>
              <a:rPr lang="en-US" b="1" dirty="0">
                <a:solidFill>
                  <a:srgbClr val="0C38E8"/>
                </a:solidFill>
              </a:rPr>
              <a:t>S = 1/{(1-f1-f2) + (f1/N1) + (f2/N2)}</a:t>
            </a:r>
          </a:p>
          <a:p>
            <a:r>
              <a:rPr lang="en-US" b="1" dirty="0">
                <a:solidFill>
                  <a:srgbClr val="0C38E8"/>
                </a:solidFill>
              </a:rPr>
              <a:t>   =  1/{(1-0.2-0.24) + (0.2/2) + (0.24/0.67)} (slowing down speedup 1.5 times is same as 0.67)</a:t>
            </a:r>
          </a:p>
          <a:p>
            <a:r>
              <a:rPr lang="en-US" b="1" dirty="0">
                <a:solidFill>
                  <a:srgbClr val="0C38E8"/>
                </a:solidFill>
              </a:rPr>
              <a:t>   =</a:t>
            </a:r>
            <a:r>
              <a:rPr lang="en-US" b="1" dirty="0">
                <a:solidFill>
                  <a:srgbClr val="C00000"/>
                </a:solidFill>
              </a:rPr>
              <a:t>  0.98 times</a:t>
            </a:r>
          </a:p>
        </p:txBody>
      </p:sp>
    </p:spTree>
    <p:extLst>
      <p:ext uri="{BB962C8B-B14F-4D97-AF65-F5344CB8AC3E}">
        <p14:creationId xmlns:p14="http://schemas.microsoft.com/office/powerpoint/2010/main" val="4035108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5F2805-14DC-9A19-D6A0-D9747A72FAD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4AAAAAF-2736-2DC1-38AA-3B7416F81821}"/>
              </a:ext>
            </a:extLst>
          </p:cNvPr>
          <p:cNvSpPr txBox="1"/>
          <p:nvPr/>
        </p:nvSpPr>
        <p:spPr>
          <a:xfrm>
            <a:off x="70535" y="52901"/>
            <a:ext cx="12061508"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4000" b="1"/>
              <a:t>Amdahl's Law</a:t>
            </a:r>
            <a:endParaRPr lang="en-US"/>
          </a:p>
        </p:txBody>
      </p:sp>
      <p:sp>
        <p:nvSpPr>
          <p:cNvPr id="3" name="TextBox 2">
            <a:extLst>
              <a:ext uri="{FF2B5EF4-FFF2-40B4-BE49-F238E27FC236}">
                <a16:creationId xmlns:a16="http://schemas.microsoft.com/office/drawing/2014/main" id="{2FE12668-BB6C-8209-4A33-F0E7E9532006}"/>
              </a:ext>
            </a:extLst>
          </p:cNvPr>
          <p:cNvSpPr txBox="1"/>
          <p:nvPr/>
        </p:nvSpPr>
        <p:spPr>
          <a:xfrm>
            <a:off x="405576" y="881688"/>
            <a:ext cx="11320889" cy="258532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t>Suppose a processor spends 75% of its time in memory operations (both I-cache and D-cache access together) when running a given program A and its manufacturers make a change that improves its performance on memory access by a factor of 5. The program A originally took 100s to execute. What is the speed up from the old system to the new system? What fraction of its execution time does the new system spend in memory operations?</a:t>
            </a:r>
          </a:p>
          <a:p>
            <a:endParaRPr lang="en-US" b="1" dirty="0">
              <a:solidFill>
                <a:srgbClr val="0C38E8"/>
              </a:solidFill>
            </a:endParaRPr>
          </a:p>
          <a:p>
            <a:endParaRPr lang="en-US" b="1" dirty="0">
              <a:solidFill>
                <a:srgbClr val="C00000"/>
              </a:solidFill>
            </a:endParaRPr>
          </a:p>
          <a:p>
            <a:r>
              <a:rPr lang="en-US" b="1" dirty="0"/>
              <a:t>  </a:t>
            </a:r>
          </a:p>
          <a:p>
            <a:r>
              <a:rPr lang="en-US" b="1" dirty="0"/>
              <a:t>  </a:t>
            </a:r>
          </a:p>
        </p:txBody>
      </p:sp>
    </p:spTree>
    <p:extLst>
      <p:ext uri="{BB962C8B-B14F-4D97-AF65-F5344CB8AC3E}">
        <p14:creationId xmlns:p14="http://schemas.microsoft.com/office/powerpoint/2010/main" val="23610803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169DF5-0660-DCEE-EB42-E25B29C5AD8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A4ED64C-AA6A-4C7E-3592-BBEC4B17D2F8}"/>
              </a:ext>
            </a:extLst>
          </p:cNvPr>
          <p:cNvSpPr txBox="1"/>
          <p:nvPr/>
        </p:nvSpPr>
        <p:spPr>
          <a:xfrm>
            <a:off x="70535" y="52901"/>
            <a:ext cx="12061508"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4000" b="1"/>
              <a:t>Amdahl's Law</a:t>
            </a:r>
            <a:endParaRPr lang="en-US"/>
          </a:p>
        </p:txBody>
      </p:sp>
      <p:sp>
        <p:nvSpPr>
          <p:cNvPr id="3" name="TextBox 2">
            <a:extLst>
              <a:ext uri="{FF2B5EF4-FFF2-40B4-BE49-F238E27FC236}">
                <a16:creationId xmlns:a16="http://schemas.microsoft.com/office/drawing/2014/main" id="{8B2223D8-FE08-81BD-4CCA-B05E07349ABB}"/>
              </a:ext>
            </a:extLst>
          </p:cNvPr>
          <p:cNvSpPr txBox="1"/>
          <p:nvPr/>
        </p:nvSpPr>
        <p:spPr>
          <a:xfrm>
            <a:off x="405576" y="881688"/>
            <a:ext cx="11320889" cy="286232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t>Suppose a processor spends 75% of its time in memory operations (both I-cache and D-cache access together) when running a given program A and its manufacturers make a change that improves its performance on memory access by a factor of %. The program A originally took 100s to execute. What is the speed up from the old system to the new system? What fraction of its execution time does the new system spend in memory operations?</a:t>
            </a:r>
          </a:p>
          <a:p>
            <a:endParaRPr lang="en-US" b="1" dirty="0">
              <a:solidFill>
                <a:srgbClr val="0C38E8"/>
              </a:solidFill>
            </a:endParaRPr>
          </a:p>
          <a:p>
            <a:r>
              <a:rPr lang="en-US" b="1" dirty="0">
                <a:solidFill>
                  <a:srgbClr val="0C38E8"/>
                </a:solidFill>
              </a:rPr>
              <a:t>(a) S = 1/{(1-f)+(f/N)}=1/{(1-0.75) + (0.75 / 5) } =</a:t>
            </a:r>
            <a:r>
              <a:rPr lang="en-US" b="1" dirty="0">
                <a:solidFill>
                  <a:srgbClr val="C00000"/>
                </a:solidFill>
              </a:rPr>
              <a:t> 2.5 times</a:t>
            </a:r>
          </a:p>
          <a:p>
            <a:r>
              <a:rPr lang="en-US" b="1" dirty="0">
                <a:solidFill>
                  <a:srgbClr val="0C38E8"/>
                </a:solidFill>
              </a:rPr>
              <a:t>  </a:t>
            </a:r>
          </a:p>
          <a:p>
            <a:r>
              <a:rPr lang="en-US" b="1" dirty="0"/>
              <a:t>  </a:t>
            </a:r>
          </a:p>
          <a:p>
            <a:r>
              <a:rPr lang="en-US" b="1" dirty="0"/>
              <a:t>  </a:t>
            </a:r>
          </a:p>
        </p:txBody>
      </p:sp>
    </p:spTree>
    <p:extLst>
      <p:ext uri="{BB962C8B-B14F-4D97-AF65-F5344CB8AC3E}">
        <p14:creationId xmlns:p14="http://schemas.microsoft.com/office/powerpoint/2010/main" val="8599204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397CD3-17C1-5EC6-E208-4D39CB816F3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1A6D275-F4E7-56D8-E770-F44E08192FD0}"/>
              </a:ext>
            </a:extLst>
          </p:cNvPr>
          <p:cNvSpPr txBox="1"/>
          <p:nvPr/>
        </p:nvSpPr>
        <p:spPr>
          <a:xfrm>
            <a:off x="70535" y="52901"/>
            <a:ext cx="12061508"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4000" b="1"/>
              <a:t>Amdahl's Law</a:t>
            </a:r>
            <a:endParaRPr lang="en-US"/>
          </a:p>
        </p:txBody>
      </p:sp>
      <p:sp>
        <p:nvSpPr>
          <p:cNvPr id="3" name="TextBox 2">
            <a:extLst>
              <a:ext uri="{FF2B5EF4-FFF2-40B4-BE49-F238E27FC236}">
                <a16:creationId xmlns:a16="http://schemas.microsoft.com/office/drawing/2014/main" id="{DC9C8FB8-7845-661B-320A-045B7E1C33F5}"/>
              </a:ext>
            </a:extLst>
          </p:cNvPr>
          <p:cNvSpPr txBox="1"/>
          <p:nvPr/>
        </p:nvSpPr>
        <p:spPr>
          <a:xfrm>
            <a:off x="405576" y="881688"/>
            <a:ext cx="11320889" cy="34163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t>Suppose a processor spends 75% of its time in memory operations (both I-cache and D-cache access together) when running a given program A and its manufacturers make a change that improves its performance on memory access by a factor of %. The program A originally took 100s to execute. What is the speed up from the old system to the new system? What fraction of its execution time does the new system spend in memory operations?</a:t>
            </a:r>
          </a:p>
          <a:p>
            <a:endParaRPr lang="en-US" b="1" dirty="0">
              <a:solidFill>
                <a:srgbClr val="0C38E8"/>
              </a:solidFill>
            </a:endParaRPr>
          </a:p>
          <a:p>
            <a:r>
              <a:rPr lang="en-US" b="1" dirty="0">
                <a:solidFill>
                  <a:srgbClr val="0C38E8"/>
                </a:solidFill>
              </a:rPr>
              <a:t>(a) S = 1/{(1-f)+(f/N)}=1/{(1-0.75) + (0.75 / 5) } =</a:t>
            </a:r>
            <a:r>
              <a:rPr lang="en-US" b="1" dirty="0">
                <a:solidFill>
                  <a:srgbClr val="C00000"/>
                </a:solidFill>
              </a:rPr>
              <a:t> 2.5 times</a:t>
            </a:r>
          </a:p>
          <a:p>
            <a:r>
              <a:rPr lang="en-US" b="1" dirty="0">
                <a:solidFill>
                  <a:srgbClr val="0C38E8"/>
                </a:solidFill>
              </a:rPr>
              <a:t>   S = </a:t>
            </a:r>
            <a:r>
              <a:rPr lang="en-US" b="1" dirty="0" err="1">
                <a:solidFill>
                  <a:srgbClr val="0C38E8"/>
                </a:solidFill>
              </a:rPr>
              <a:t>Ex_T</a:t>
            </a:r>
            <a:r>
              <a:rPr lang="en-US" b="1" dirty="0">
                <a:solidFill>
                  <a:srgbClr val="0C38E8"/>
                </a:solidFill>
              </a:rPr>
              <a:t> old/</a:t>
            </a:r>
            <a:r>
              <a:rPr lang="en-US" b="1" dirty="0" err="1">
                <a:solidFill>
                  <a:srgbClr val="0C38E8"/>
                </a:solidFill>
              </a:rPr>
              <a:t>Ex_T</a:t>
            </a:r>
            <a:r>
              <a:rPr lang="en-US" b="1" dirty="0">
                <a:solidFill>
                  <a:srgbClr val="0C38E8"/>
                </a:solidFill>
              </a:rPr>
              <a:t> new </a:t>
            </a:r>
          </a:p>
          <a:p>
            <a:r>
              <a:rPr lang="en-US" b="1" dirty="0">
                <a:solidFill>
                  <a:srgbClr val="0C38E8"/>
                </a:solidFill>
              </a:rPr>
              <a:t>      2.5 = 100/</a:t>
            </a:r>
            <a:r>
              <a:rPr lang="en-US" b="1" dirty="0" err="1">
                <a:solidFill>
                  <a:srgbClr val="0C38E8"/>
                </a:solidFill>
              </a:rPr>
              <a:t>Ex_T</a:t>
            </a:r>
            <a:r>
              <a:rPr lang="en-US" b="1" dirty="0">
                <a:solidFill>
                  <a:srgbClr val="0C38E8"/>
                </a:solidFill>
              </a:rPr>
              <a:t> new </a:t>
            </a:r>
          </a:p>
          <a:p>
            <a:r>
              <a:rPr lang="en-US" b="1" dirty="0">
                <a:solidFill>
                  <a:srgbClr val="0C38E8"/>
                </a:solidFill>
              </a:rPr>
              <a:t>  </a:t>
            </a:r>
            <a:r>
              <a:rPr lang="en-US" b="1" dirty="0">
                <a:solidFill>
                  <a:srgbClr val="C00000"/>
                </a:solidFill>
              </a:rPr>
              <a:t>   </a:t>
            </a:r>
            <a:r>
              <a:rPr lang="en-US" b="1" dirty="0" err="1">
                <a:solidFill>
                  <a:srgbClr val="C00000"/>
                </a:solidFill>
              </a:rPr>
              <a:t>Ex_T</a:t>
            </a:r>
            <a:r>
              <a:rPr lang="en-US" b="1" dirty="0">
                <a:solidFill>
                  <a:srgbClr val="C00000"/>
                </a:solidFill>
              </a:rPr>
              <a:t> new= 40s</a:t>
            </a:r>
          </a:p>
          <a:p>
            <a:r>
              <a:rPr lang="en-US" b="1" dirty="0"/>
              <a:t>  </a:t>
            </a:r>
          </a:p>
          <a:p>
            <a:r>
              <a:rPr lang="en-US" b="1" dirty="0"/>
              <a:t>  </a:t>
            </a:r>
          </a:p>
        </p:txBody>
      </p:sp>
    </p:spTree>
    <p:extLst>
      <p:ext uri="{BB962C8B-B14F-4D97-AF65-F5344CB8AC3E}">
        <p14:creationId xmlns:p14="http://schemas.microsoft.com/office/powerpoint/2010/main" val="38824541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78C979-B6F1-1EC9-A87C-F0BDC0C5178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61E1CF1-CAB9-A13A-644E-218E044BF064}"/>
              </a:ext>
            </a:extLst>
          </p:cNvPr>
          <p:cNvSpPr txBox="1"/>
          <p:nvPr/>
        </p:nvSpPr>
        <p:spPr>
          <a:xfrm>
            <a:off x="70535" y="52901"/>
            <a:ext cx="12061508"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4000" b="1"/>
              <a:t>Amdahl's Law</a:t>
            </a:r>
            <a:endParaRPr lang="en-US"/>
          </a:p>
        </p:txBody>
      </p:sp>
      <p:sp>
        <p:nvSpPr>
          <p:cNvPr id="3" name="TextBox 2">
            <a:extLst>
              <a:ext uri="{FF2B5EF4-FFF2-40B4-BE49-F238E27FC236}">
                <a16:creationId xmlns:a16="http://schemas.microsoft.com/office/drawing/2014/main" id="{7853CB9C-5EB0-F1FD-4378-D84A6E061C54}"/>
              </a:ext>
            </a:extLst>
          </p:cNvPr>
          <p:cNvSpPr txBox="1"/>
          <p:nvPr/>
        </p:nvSpPr>
        <p:spPr>
          <a:xfrm>
            <a:off x="405576" y="881688"/>
            <a:ext cx="11320889" cy="34163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t>Suppose a processor spends 75% of its time in memory operations (both I-cache and D-cache access together) when running a given program A and its manufacturers make a change that improves its performance on memory access by a factor of %. The program A originally took 100s to execute. What is the speed up from the old system to the new system? What fraction of its execution time does the new system spend in memory operations?</a:t>
            </a:r>
          </a:p>
          <a:p>
            <a:endParaRPr lang="en-US" b="1" dirty="0">
              <a:solidFill>
                <a:srgbClr val="0C38E8"/>
              </a:solidFill>
            </a:endParaRPr>
          </a:p>
          <a:p>
            <a:r>
              <a:rPr lang="en-US" b="1" dirty="0">
                <a:solidFill>
                  <a:srgbClr val="0C38E8"/>
                </a:solidFill>
              </a:rPr>
              <a:t>(a) S = 1/{(1-f)+(f/N)}=1/{(1-0.75) + (0.75 / 5) } =</a:t>
            </a:r>
            <a:r>
              <a:rPr lang="en-US" b="1" dirty="0">
                <a:solidFill>
                  <a:srgbClr val="C00000"/>
                </a:solidFill>
              </a:rPr>
              <a:t> 2.5 times</a:t>
            </a:r>
          </a:p>
          <a:p>
            <a:r>
              <a:rPr lang="en-US" b="1" dirty="0">
                <a:solidFill>
                  <a:srgbClr val="0C38E8"/>
                </a:solidFill>
              </a:rPr>
              <a:t>   S = </a:t>
            </a:r>
            <a:r>
              <a:rPr lang="en-US" b="1" dirty="0" err="1">
                <a:solidFill>
                  <a:srgbClr val="0C38E8"/>
                </a:solidFill>
              </a:rPr>
              <a:t>Ex_T</a:t>
            </a:r>
            <a:r>
              <a:rPr lang="en-US" b="1" dirty="0">
                <a:solidFill>
                  <a:srgbClr val="0C38E8"/>
                </a:solidFill>
              </a:rPr>
              <a:t> old/</a:t>
            </a:r>
            <a:r>
              <a:rPr lang="en-US" b="1" dirty="0" err="1">
                <a:solidFill>
                  <a:srgbClr val="0C38E8"/>
                </a:solidFill>
              </a:rPr>
              <a:t>Ex_T</a:t>
            </a:r>
            <a:r>
              <a:rPr lang="en-US" b="1" dirty="0">
                <a:solidFill>
                  <a:srgbClr val="0C38E8"/>
                </a:solidFill>
              </a:rPr>
              <a:t> new </a:t>
            </a:r>
          </a:p>
          <a:p>
            <a:r>
              <a:rPr lang="en-US" b="1" dirty="0">
                <a:solidFill>
                  <a:srgbClr val="0C38E8"/>
                </a:solidFill>
              </a:rPr>
              <a:t>      2.5 = 100/</a:t>
            </a:r>
            <a:r>
              <a:rPr lang="en-US" b="1" dirty="0" err="1">
                <a:solidFill>
                  <a:srgbClr val="0C38E8"/>
                </a:solidFill>
              </a:rPr>
              <a:t>Ex_T</a:t>
            </a:r>
            <a:r>
              <a:rPr lang="en-US" b="1" dirty="0">
                <a:solidFill>
                  <a:srgbClr val="0C38E8"/>
                </a:solidFill>
              </a:rPr>
              <a:t> new </a:t>
            </a:r>
          </a:p>
          <a:p>
            <a:r>
              <a:rPr lang="en-US" b="1" dirty="0">
                <a:solidFill>
                  <a:srgbClr val="0C38E8"/>
                </a:solidFill>
              </a:rPr>
              <a:t>  </a:t>
            </a:r>
            <a:r>
              <a:rPr lang="en-US" b="1" dirty="0">
                <a:solidFill>
                  <a:srgbClr val="C00000"/>
                </a:solidFill>
              </a:rPr>
              <a:t>   </a:t>
            </a:r>
            <a:r>
              <a:rPr lang="en-US" b="1" dirty="0" err="1">
                <a:solidFill>
                  <a:srgbClr val="C00000"/>
                </a:solidFill>
              </a:rPr>
              <a:t>Ex_T</a:t>
            </a:r>
            <a:r>
              <a:rPr lang="en-US" b="1" dirty="0">
                <a:solidFill>
                  <a:srgbClr val="C00000"/>
                </a:solidFill>
              </a:rPr>
              <a:t> new= 40s</a:t>
            </a:r>
          </a:p>
          <a:p>
            <a:r>
              <a:rPr lang="en-US" b="1" dirty="0">
                <a:solidFill>
                  <a:srgbClr val="0C38E8"/>
                </a:solidFill>
              </a:rPr>
              <a:t>(b) Out of 100 s in old system 75% is memory = 75 s</a:t>
            </a:r>
            <a:r>
              <a:rPr lang="en-US" b="1" dirty="0"/>
              <a:t> </a:t>
            </a:r>
            <a:endParaRPr lang="en-US" b="1" dirty="0">
              <a:solidFill>
                <a:srgbClr val="0C38E8"/>
              </a:solidFill>
            </a:endParaRPr>
          </a:p>
          <a:p>
            <a:r>
              <a:rPr lang="en-US" b="1" dirty="0"/>
              <a:t>  </a:t>
            </a:r>
          </a:p>
        </p:txBody>
      </p:sp>
    </p:spTree>
    <p:extLst>
      <p:ext uri="{BB962C8B-B14F-4D97-AF65-F5344CB8AC3E}">
        <p14:creationId xmlns:p14="http://schemas.microsoft.com/office/powerpoint/2010/main" val="12808442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17BC82-A0FE-EE94-2D81-5380214D72F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A580F4A-F691-45E4-9FF2-946EE45E7334}"/>
              </a:ext>
            </a:extLst>
          </p:cNvPr>
          <p:cNvSpPr txBox="1"/>
          <p:nvPr/>
        </p:nvSpPr>
        <p:spPr>
          <a:xfrm>
            <a:off x="70535" y="52901"/>
            <a:ext cx="12061508"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4000" b="1"/>
              <a:t>Amdahl's Law</a:t>
            </a:r>
            <a:endParaRPr lang="en-US"/>
          </a:p>
        </p:txBody>
      </p:sp>
      <p:sp>
        <p:nvSpPr>
          <p:cNvPr id="3" name="TextBox 2">
            <a:extLst>
              <a:ext uri="{FF2B5EF4-FFF2-40B4-BE49-F238E27FC236}">
                <a16:creationId xmlns:a16="http://schemas.microsoft.com/office/drawing/2014/main" id="{6AF3E91F-5E8C-8ADF-5BE1-BAA02B23ADE3}"/>
              </a:ext>
            </a:extLst>
          </p:cNvPr>
          <p:cNvSpPr txBox="1"/>
          <p:nvPr/>
        </p:nvSpPr>
        <p:spPr>
          <a:xfrm>
            <a:off x="405576" y="881688"/>
            <a:ext cx="11320889" cy="369331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t>Suppose a processor spends 75% of its time in memory operations (both I-cache and D-cache access together) when running a given program A and its manufacturers make a change that improves its performance on memory access by a factor of 5. The program A originally took 100s to execute. What is the speed up from the old system to the new system? What fraction of its execution time does the new system spend in memory operations?</a:t>
            </a:r>
          </a:p>
          <a:p>
            <a:endParaRPr lang="en-US" b="1" dirty="0">
              <a:solidFill>
                <a:srgbClr val="0C38E8"/>
              </a:solidFill>
            </a:endParaRPr>
          </a:p>
          <a:p>
            <a:r>
              <a:rPr lang="en-US" b="1" dirty="0">
                <a:solidFill>
                  <a:srgbClr val="0C38E8"/>
                </a:solidFill>
              </a:rPr>
              <a:t>(a) S =1/{(1-f)+(f/N)}=1/{(1-0.75) + (0.75 / 5) } =</a:t>
            </a:r>
            <a:r>
              <a:rPr lang="en-US" b="1" dirty="0">
                <a:solidFill>
                  <a:srgbClr val="C00000"/>
                </a:solidFill>
              </a:rPr>
              <a:t> 2.5 times</a:t>
            </a:r>
          </a:p>
          <a:p>
            <a:r>
              <a:rPr lang="en-US" b="1" dirty="0">
                <a:solidFill>
                  <a:srgbClr val="0C38E8"/>
                </a:solidFill>
              </a:rPr>
              <a:t>   S =</a:t>
            </a:r>
            <a:r>
              <a:rPr lang="en-US" b="1" dirty="0" err="1">
                <a:solidFill>
                  <a:srgbClr val="0C38E8"/>
                </a:solidFill>
              </a:rPr>
              <a:t>Ex_T</a:t>
            </a:r>
            <a:r>
              <a:rPr lang="en-US" b="1" dirty="0">
                <a:solidFill>
                  <a:srgbClr val="0C38E8"/>
                </a:solidFill>
              </a:rPr>
              <a:t> old/</a:t>
            </a:r>
            <a:r>
              <a:rPr lang="en-US" b="1" dirty="0" err="1">
                <a:solidFill>
                  <a:srgbClr val="0C38E8"/>
                </a:solidFill>
              </a:rPr>
              <a:t>Ex_T</a:t>
            </a:r>
            <a:r>
              <a:rPr lang="en-US" b="1" dirty="0">
                <a:solidFill>
                  <a:srgbClr val="0C38E8"/>
                </a:solidFill>
              </a:rPr>
              <a:t> new</a:t>
            </a:r>
          </a:p>
          <a:p>
            <a:r>
              <a:rPr lang="en-US" b="1" dirty="0">
                <a:solidFill>
                  <a:srgbClr val="0C38E8"/>
                </a:solidFill>
              </a:rPr>
              <a:t>      2.5=100/</a:t>
            </a:r>
            <a:r>
              <a:rPr lang="en-US" b="1" dirty="0" err="1">
                <a:solidFill>
                  <a:srgbClr val="0C38E8"/>
                </a:solidFill>
              </a:rPr>
              <a:t>Ex_T</a:t>
            </a:r>
            <a:r>
              <a:rPr lang="en-US" b="1" dirty="0">
                <a:solidFill>
                  <a:srgbClr val="0C38E8"/>
                </a:solidFill>
              </a:rPr>
              <a:t> new </a:t>
            </a:r>
          </a:p>
          <a:p>
            <a:r>
              <a:rPr lang="en-US" b="1" dirty="0">
                <a:solidFill>
                  <a:srgbClr val="0C38E8"/>
                </a:solidFill>
              </a:rPr>
              <a:t>  </a:t>
            </a:r>
            <a:r>
              <a:rPr lang="en-US" b="1" dirty="0">
                <a:solidFill>
                  <a:srgbClr val="C00000"/>
                </a:solidFill>
              </a:rPr>
              <a:t>   </a:t>
            </a:r>
            <a:r>
              <a:rPr lang="en-US" b="1" dirty="0" err="1">
                <a:solidFill>
                  <a:srgbClr val="C00000"/>
                </a:solidFill>
              </a:rPr>
              <a:t>Ex_T</a:t>
            </a:r>
            <a:r>
              <a:rPr lang="en-US" b="1" dirty="0">
                <a:solidFill>
                  <a:srgbClr val="C00000"/>
                </a:solidFill>
              </a:rPr>
              <a:t> new= 40s</a:t>
            </a:r>
          </a:p>
          <a:p>
            <a:r>
              <a:rPr lang="en-US" b="1" dirty="0">
                <a:solidFill>
                  <a:srgbClr val="0C38E8"/>
                </a:solidFill>
              </a:rPr>
              <a:t>(b) Out of 100 s in old system 75% is memory = 75 s</a:t>
            </a:r>
          </a:p>
          <a:p>
            <a:r>
              <a:rPr lang="en-US" b="1" dirty="0">
                <a:solidFill>
                  <a:srgbClr val="0C38E8"/>
                </a:solidFill>
              </a:rPr>
              <a:t>This 75s got speeded up by factor of 5 = 75/5 = </a:t>
            </a:r>
            <a:r>
              <a:rPr lang="en-US" b="1" dirty="0">
                <a:solidFill>
                  <a:srgbClr val="C00000"/>
                </a:solidFill>
              </a:rPr>
              <a:t>15s</a:t>
            </a:r>
          </a:p>
          <a:p>
            <a:r>
              <a:rPr lang="en-US" b="1" dirty="0">
                <a:solidFill>
                  <a:srgbClr val="0C38E8"/>
                </a:solidFill>
              </a:rPr>
              <a:t>Fraction of </a:t>
            </a:r>
            <a:r>
              <a:rPr lang="en-US" b="1" dirty="0" err="1">
                <a:solidFill>
                  <a:srgbClr val="0C38E8"/>
                </a:solidFill>
              </a:rPr>
              <a:t>Ex_T</a:t>
            </a:r>
            <a:r>
              <a:rPr lang="en-US" b="1" dirty="0">
                <a:solidFill>
                  <a:srgbClr val="0C38E8"/>
                </a:solidFill>
              </a:rPr>
              <a:t> (spending in memory operations) = 15 / 40 = 0.375</a:t>
            </a:r>
          </a:p>
        </p:txBody>
      </p:sp>
    </p:spTree>
    <p:extLst>
      <p:ext uri="{BB962C8B-B14F-4D97-AF65-F5344CB8AC3E}">
        <p14:creationId xmlns:p14="http://schemas.microsoft.com/office/powerpoint/2010/main" val="4231626305"/>
      </p:ext>
    </p:extLst>
  </p:cSld>
  <p:clrMapOvr>
    <a:masterClrMapping/>
  </p:clrMapOvr>
</p:sld>
</file>

<file path=ppt/theme/theme1.xml><?xml version="1.0" encoding="utf-8"?>
<a:theme xmlns:a="http://schemas.openxmlformats.org/drawingml/2006/main" name="ChronicleVTI">
  <a:themeElements>
    <a:clrScheme name="ChronicleVTI">
      <a:dk1>
        <a:srgbClr val="000000"/>
      </a:dk1>
      <a:lt1>
        <a:srgbClr val="FFFFFF"/>
      </a:lt1>
      <a:dk2>
        <a:srgbClr val="1C1C32"/>
      </a:dk2>
      <a:lt2>
        <a:srgbClr val="F8F4F1"/>
      </a:lt2>
      <a:accent1>
        <a:srgbClr val="734B67"/>
      </a:accent1>
      <a:accent2>
        <a:srgbClr val="959EBB"/>
      </a:accent2>
      <a:accent3>
        <a:srgbClr val="596781"/>
      </a:accent3>
      <a:accent4>
        <a:srgbClr val="7F6E8C"/>
      </a:accent4>
      <a:accent5>
        <a:srgbClr val="DB9A8F"/>
      </a:accent5>
      <a:accent6>
        <a:srgbClr val="C29AB1"/>
      </a:accent6>
      <a:hlink>
        <a:srgbClr val="778BA2"/>
      </a:hlink>
      <a:folHlink>
        <a:srgbClr val="A27C99"/>
      </a:folHlink>
    </a:clrScheme>
    <a:fontScheme name="ChronicleVTI">
      <a:majorFont>
        <a:latin typeface="Univers Condensed"/>
        <a:ea typeface=""/>
        <a:cs typeface=""/>
      </a:majorFont>
      <a:minorFont>
        <a:latin typeface="Calisto MT" panose="02040603050505030304"/>
        <a:ea typeface=""/>
        <a:cs typeface=""/>
      </a:minorFont>
    </a:fontScheme>
    <a:fmtScheme name="ChronicleVTI">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hronicleVTI" id="{534FD3B1-53CD-4A5C-943C-C44DFF248C3E}" vid="{19A790DA-2E4D-4134-98A6-7DECB1A1B842}"/>
    </a:ext>
  </a:extLst>
</a:theme>
</file>

<file path=docProps/app.xml><?xml version="1.0" encoding="utf-8"?>
<Properties xmlns="http://schemas.openxmlformats.org/officeDocument/2006/extended-properties" xmlns:vt="http://schemas.openxmlformats.org/officeDocument/2006/docPropsVTypes">
  <Template>office theme</Template>
  <TotalTime>71</TotalTime>
  <Words>1198</Words>
  <Application>Microsoft Office PowerPoint</Application>
  <PresentationFormat>Widescreen</PresentationFormat>
  <Paragraphs>67</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Calisto MT</vt:lpstr>
      <vt:lpstr>Univers Condensed</vt:lpstr>
      <vt:lpstr>ChronicleVTI</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HARSH RAJ</cp:lastModifiedBy>
  <cp:revision>325</cp:revision>
  <dcterms:created xsi:type="dcterms:W3CDTF">2025-08-19T04:58:38Z</dcterms:created>
  <dcterms:modified xsi:type="dcterms:W3CDTF">2025-08-26T14:40:58Z</dcterms:modified>
</cp:coreProperties>
</file>