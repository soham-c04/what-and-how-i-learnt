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ink/ink1.xml" ContentType="application/inkml+xml"/>
  <Override PartName="/ppt/ink/ink2.xml" ContentType="application/inkml+xml"/>
  <Override PartName="/ppt/ink/ink3.xml" ContentType="application/inkml+xml"/>
  <Override PartName="/ppt/ink/ink4.xml" ContentType="application/inkml+xml"/>
  <Override PartName="/ppt/ink/ink5.xml" ContentType="application/inkml+xml"/>
  <Override PartName="/ppt/ink/ink6.xml" ContentType="application/inkml+xml"/>
  <Override PartName="/ppt/ink/ink7.xml" ContentType="application/inkml+xml"/>
  <Override PartName="/ppt/ink/ink8.xml" ContentType="application/inkml+xml"/>
  <Override PartName="/ppt/ink/ink9.xml" ContentType="application/inkml+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59" r:id="rId1"/>
  </p:sldMasterIdLst>
  <p:notesMasterIdLst>
    <p:notesMasterId r:id="rId29"/>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Lst>
  <p:sldSz cx="9144000" cy="5143500" type="screen16x9"/>
  <p:notesSz cx="6858000" cy="9144000"/>
  <p:embeddedFontLst>
    <p:embeddedFont>
      <p:font typeface="Roboto Mono" panose="00000009000000000000" pitchFamily="49" charset="0"/>
      <p:regular r:id="rId30"/>
      <p:bold r:id="rId31"/>
      <p:italic r:id="rId32"/>
      <p:boldItalic r:id="rId33"/>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DDE15ECB-2B40-4FA0-9F4C-C3E28599D91B}">
  <a:tblStyle styleId="{DDE15ECB-2B40-4FA0-9F4C-C3E28599D91B}" styleName="Table_0">
    <a:wholeTbl>
      <a:tcTxStyle>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 styleId="{D6595CD2-EFE4-4E53-9505-4E6652541B52}" styleName="Table_1">
    <a:wholeTbl>
      <a:tcTxStyle>
        <a:font>
          <a:latin typeface="Arial"/>
          <a:ea typeface="Arial"/>
          <a:cs typeface="Arial"/>
        </a:font>
        <a:srgbClr val="000000"/>
      </a:tcTxStyle>
      <a:tcStyle>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103" d="100"/>
          <a:sy n="103" d="100"/>
        </p:scale>
        <p:origin x="874" y="77"/>
      </p:cViewPr>
      <p:guideLst>
        <p:guide orient="horz" pos="162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font" Target="fonts/font4.fntdata"/><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font" Target="fonts/font3.fntdata"/><Relationship Id="rId37"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font" Target="fonts/font2.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font" Target="fonts/font1.fntdata"/><Relationship Id="rId35" Type="http://schemas.openxmlformats.org/officeDocument/2006/relationships/viewProps" Target="viewProps.xml"/><Relationship Id="rId8" Type="http://schemas.openxmlformats.org/officeDocument/2006/relationships/slide" Target="slides/slide7.xml"/><Relationship Id="rId3" Type="http://schemas.openxmlformats.org/officeDocument/2006/relationships/slide" Target="slides/slide2.xml"/></Relationships>
</file>

<file path=ppt/ink/ink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8-25T12:07:15.262"/>
    </inkml:context>
    <inkml:brush xml:id="br0">
      <inkml:brushProperty name="width" value="0.035" units="cm"/>
      <inkml:brushProperty name="height" value="0.035" units="cm"/>
      <inkml:brushProperty name="color" value="#E71224"/>
    </inkml:brush>
  </inkml:definitions>
  <inkml:trace contextRef="#ctx0" brushRef="#br0">1 1 24575,'4'1'0,"0"1"0,0-1 0,0 1 0,0 0 0,0 1 0,-1-1 0,1 0 0,-1 1 0,1 0 0,-1 0 0,4 5 0,6 3 0,108 72 0,-72-47 0,1-1 0,67 33 0,13 6 0,-32-2 0,-29-20 0,-20-15 0,-29-21 0,0-1 0,36 20 0,-5-17 0,-40-15 0,0 1 0,0 0 0,11 6 0,-9-3 0,218 131 0,-183-97-1365,-39-33-5461</inkml:trace>
</inkml:ink>
</file>

<file path=ppt/ink/ink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8-25T12:12:37.340"/>
    </inkml:context>
    <inkml:brush xml:id="br0">
      <inkml:brushProperty name="width" value="0.035" units="cm"/>
      <inkml:brushProperty name="height" value="0.035" units="cm"/>
      <inkml:brushProperty name="color" value="#E71224"/>
    </inkml:brush>
  </inkml:definitions>
  <inkml:trace contextRef="#ctx0" brushRef="#br0">0 1 24575,'0'4'0,"0"4"0,0 5 0,0 3 0,0 3 0,0 1 0,0 1 0,0 1 0,0-1 0,0 1 0,0-1 0,0 0 0,0 0 0,0-4-8191</inkml:trace>
</inkml:ink>
</file>

<file path=ppt/ink/ink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8-25T12:12:41.759"/>
    </inkml:context>
    <inkml:brush xml:id="br0">
      <inkml:brushProperty name="width" value="0.035" units="cm"/>
      <inkml:brushProperty name="height" value="0.035" units="cm"/>
      <inkml:brushProperty name="color" value="#E71224"/>
    </inkml:brush>
  </inkml:definitions>
  <inkml:trace contextRef="#ctx0" brushRef="#br0">249 1 24575,'-3'0'0,"-2"3"0,-3 2 0,-4-1 0,1 3 0,-3 0 0,3 3 0,-2-1 0,-1-2 0,1 2 0,0-1 0,-2-2 0,-1-2 0,-3-1 0,-7 5 0,-3 2 0,3-1-8191</inkml:trace>
</inkml:ink>
</file>

<file path=ppt/ink/ink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8-25T12:12:46.707"/>
    </inkml:context>
    <inkml:brush xml:id="br0">
      <inkml:brushProperty name="width" value="0.035" units="cm"/>
      <inkml:brushProperty name="height" value="0.035" units="cm"/>
      <inkml:brushProperty name="color" value="#E71224"/>
    </inkml:brush>
  </inkml:definitions>
  <inkml:trace contextRef="#ctx0" brushRef="#br0">1 1 24575,'4'0'0,"1"1"0,-1 0 0,1 0 0,-1 0 0,0 1 0,0 0 0,1 0 0,-1 0 0,0 0 0,-1 1 0,1-1 0,0 1 0,-1 0 0,1 0 0,-1 0 0,4 6 0,-3-5 0,0 0 0,0 0 0,1 0 0,-1 0 0,1-1 0,0 0 0,0 0 0,0 0 0,0 0 0,6 1 0,5 1 0,-1 1 0,0 0 0,-1 1 0,1 1 0,-1 0 0,-1 1 0,0 1 0,17 14 0,55 36 0,-55-41 0,36 30 0,45 45 0,-95-81 0,0-1 0,19 11 0,-19-13 0,-1 0 0,0 1 0,16 17 0,-15-15 0,-1 0 0,2-1 0,0-1 0,0 0 0,22 10 0,-18-11 0,-1 2 0,0 0 0,26 21 0,5 2 0,-10-9 0,-34-20 0,-1 1 0,0-1 0,0 1 0,7 10 0,17 20 0,-20-27 0,0 1 0,-1 0 0,-1 0 0,0 1 0,11 21 0,-12-21 0,-6-10-136,0 0-1,1 1 1,-1-1-1,1 0 1,0 0-1,0-1 1,0 1-1,0 0 0,2 1 1,8 4-6690</inkml:trace>
</inkml:ink>
</file>

<file path=ppt/ink/ink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8-25T12:12:49.972"/>
    </inkml:context>
    <inkml:brush xml:id="br0">
      <inkml:brushProperty name="width" value="0.035" units="cm"/>
      <inkml:brushProperty name="height" value="0.035" units="cm"/>
      <inkml:brushProperty name="color" value="#E71224"/>
    </inkml:brush>
  </inkml:definitions>
  <inkml:trace contextRef="#ctx0" brushRef="#br0">0 0 24575,'4'0'0,"4"0"0,5 0 0,3 0 0,2 0 0,3 0 0,0 0 0,0 0 0,1 0 0,-1 0 0,1 0 0,-1 0 0,-1 0 0,1 0 0,-4 0-8191</inkml:trace>
</inkml:ink>
</file>

<file path=ppt/ink/ink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8-25T12:12:55.138"/>
    </inkml:context>
    <inkml:brush xml:id="br0">
      <inkml:brushProperty name="width" value="0.035" units="cm"/>
      <inkml:brushProperty name="height" value="0.035" units="cm"/>
      <inkml:brushProperty name="color" value="#E71224"/>
    </inkml:brush>
  </inkml:definitions>
  <inkml:trace contextRef="#ctx0" brushRef="#br0">1 0 24575,'0'7'0,"1"-1"0,0 1 0,1 0 0,3 9 0,4 21 0,-6 140 19,-4-103-1403,1-56-5442</inkml:trace>
</inkml:ink>
</file>

<file path=ppt/ink/ink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8-25T12:13:12.440"/>
    </inkml:context>
    <inkml:brush xml:id="br0">
      <inkml:brushProperty name="width" value="0.035" units="cm"/>
      <inkml:brushProperty name="height" value="0.035" units="cm"/>
      <inkml:brushProperty name="color" value="#E71224"/>
    </inkml:brush>
  </inkml:definitions>
  <inkml:trace contextRef="#ctx0" brushRef="#br0">1 0 24575,'60'39'0,"-45"-28"0,0-1 0,29 15 0,-30-19 0,3 1 0,0 0 0,0 1 0,-1 1 0,0 1 0,-1 0 0,0 1 0,14 13 0,-23-19 0,0-1 0,1 0 0,-1 0 0,1-1 0,0 0 0,-1 0 0,1 0 0,0-1 0,1 0 0,-1 0 0,0-1 0,1 0 0,13 0 0,-12-1 0,0 1 0,-1 0 0,1 1 0,0-1 0,0 2 0,-1-1 0,0 1 0,1 1 0,-1-1 0,8 6 0,1 2 0,1-2 0,0 0 0,1 0 0,20 5 0,0 0 0,4 2 0,-32-13 0,0 1 0,0 0 0,0 1 0,0 0 0,-1 1 0,0 0 0,15 11 0,14 14 0,2-2 0,70 38 0,-71-44 0,88 62 0,-108-71 0,69 32 0,-81-41-273,1 0 0,-1-1 0,1 0 0,15 4 0,-6-3-6553</inkml:trace>
</inkml:ink>
</file>

<file path=ppt/ink/ink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8-25T12:13:14.012"/>
    </inkml:context>
    <inkml:brush xml:id="br0">
      <inkml:brushProperty name="width" value="0.035" units="cm"/>
      <inkml:brushProperty name="height" value="0.035" units="cm"/>
      <inkml:brushProperty name="color" value="#E71224"/>
    </inkml:brush>
  </inkml:definitions>
  <inkml:trace contextRef="#ctx0" brushRef="#br0">0 1 24575,'1'5'0,"0"0"0,0 0 0,1 0 0,0 0 0,-1 0 0,2 0 0,-1-1 0,3 6 0,9 20 0,-10-16 0,6 19 0,8 48 0,-15-64-341,1 0 0,1 0-1,10 27 1,-10-32-6485</inkml:trace>
</inkml:ink>
</file>

<file path=ppt/ink/ink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8-25T12:13:15.537"/>
    </inkml:context>
    <inkml:brush xml:id="br0">
      <inkml:brushProperty name="width" value="0.035" units="cm"/>
      <inkml:brushProperty name="height" value="0.035" units="cm"/>
      <inkml:brushProperty name="color" value="#E71224"/>
    </inkml:brush>
  </inkml:definitions>
  <inkml:trace contextRef="#ctx0" brushRef="#br0">249 0 24575,'0'4'0,"-4"0"0,0 5 0,-4-1 0,-4-1 0,-3-2 0,1 2 0,-1 0 0,2 2 0,0 3 0,-2 3 0,-8 9 0,-4 5 0,-1 0 0,-3 2 0,5-3-8191</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0"/>
        <p:cNvGrpSpPr/>
        <p:nvPr/>
      </p:nvGrpSpPr>
      <p:grpSpPr>
        <a:xfrm>
          <a:off x="0" y="0"/>
          <a:ext cx="0" cy="0"/>
          <a:chOff x="0" y="0"/>
          <a:chExt cx="0" cy="0"/>
        </a:xfrm>
      </p:grpSpPr>
      <p:sp>
        <p:nvSpPr>
          <p:cNvPr id="51" name="Google Shape;51;p:notes"/>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2" name="Google Shape;52;p: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5"/>
        <p:cNvGrpSpPr/>
        <p:nvPr/>
      </p:nvGrpSpPr>
      <p:grpSpPr>
        <a:xfrm>
          <a:off x="0" y="0"/>
          <a:ext cx="0" cy="0"/>
          <a:chOff x="0" y="0"/>
          <a:chExt cx="0" cy="0"/>
        </a:xfrm>
      </p:grpSpPr>
      <p:sp>
        <p:nvSpPr>
          <p:cNvPr id="56" name="Google Shape;56;g37b425f6ed0_0_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7" name="Google Shape;57;g37b425f6ed0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0"/>
        <p:cNvGrpSpPr/>
        <p:nvPr/>
      </p:nvGrpSpPr>
      <p:grpSpPr>
        <a:xfrm>
          <a:off x="0" y="0"/>
          <a:ext cx="0" cy="0"/>
          <a:chOff x="0" y="0"/>
          <a:chExt cx="0" cy="0"/>
        </a:xfrm>
      </p:grpSpPr>
      <p:sp>
        <p:nvSpPr>
          <p:cNvPr id="61" name="Google Shape;61;g37b57b31f9d_0_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2" name="Google Shape;62;g37b57b31f9d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7"/>
        <p:cNvGrpSpPr/>
        <p:nvPr/>
      </p:nvGrpSpPr>
      <p:grpSpPr>
        <a:xfrm>
          <a:off x="0" y="0"/>
          <a:ext cx="0" cy="0"/>
          <a:chOff x="0" y="0"/>
          <a:chExt cx="0" cy="0"/>
        </a:xfrm>
      </p:grpSpPr>
      <p:sp>
        <p:nvSpPr>
          <p:cNvPr id="78" name="Google Shape;78;g37b425f6ed0_0_1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9" name="Google Shape;79;g37b425f6ed0_0_1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3"/>
        <p:cNvGrpSpPr/>
        <p:nvPr/>
      </p:nvGrpSpPr>
      <p:grpSpPr>
        <a:xfrm>
          <a:off x="0" y="0"/>
          <a:ext cx="0" cy="0"/>
          <a:chOff x="0" y="0"/>
          <a:chExt cx="0" cy="0"/>
        </a:xfrm>
      </p:grpSpPr>
      <p:sp>
        <p:nvSpPr>
          <p:cNvPr id="84" name="Google Shape;84;g37b425f6ed0_0_19: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5" name="Google Shape;85;g37b425f6ed0_0_1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8"/>
        <p:cNvGrpSpPr/>
        <p:nvPr/>
      </p:nvGrpSpPr>
      <p:grpSpPr>
        <a:xfrm>
          <a:off x="0" y="0"/>
          <a:ext cx="0" cy="0"/>
          <a:chOff x="0" y="0"/>
          <a:chExt cx="0" cy="0"/>
        </a:xfrm>
      </p:grpSpPr>
      <p:sp>
        <p:nvSpPr>
          <p:cNvPr id="89" name="Google Shape;89;g37b425f6ed0_0_25: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0" name="Google Shape;90;g37b425f6ed0_0_2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4"/>
        <p:cNvGrpSpPr/>
        <p:nvPr/>
      </p:nvGrpSpPr>
      <p:grpSpPr>
        <a:xfrm>
          <a:off x="0" y="0"/>
          <a:ext cx="0" cy="0"/>
          <a:chOff x="0" y="0"/>
          <a:chExt cx="0" cy="0"/>
        </a:xfrm>
      </p:grpSpPr>
      <p:sp>
        <p:nvSpPr>
          <p:cNvPr id="95" name="Google Shape;95;g37b57b31f9d_0_22: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6" name="Google Shape;96;g37b57b31f9d_0_2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0"/>
        <p:cNvGrpSpPr/>
        <p:nvPr/>
      </p:nvGrpSpPr>
      <p:grpSpPr>
        <a:xfrm>
          <a:off x="0" y="0"/>
          <a:ext cx="0" cy="0"/>
          <a:chOff x="0" y="0"/>
          <a:chExt cx="0" cy="0"/>
        </a:xfrm>
      </p:grpSpPr>
      <p:sp>
        <p:nvSpPr>
          <p:cNvPr id="101" name="Google Shape;101;g37b425f6ed0_0_3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2" name="Google Shape;102;g37b425f6ed0_0_3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6"/>
        <p:cNvGrpSpPr/>
        <p:nvPr/>
      </p:nvGrpSpPr>
      <p:grpSpPr>
        <a:xfrm>
          <a:off x="0" y="0"/>
          <a:ext cx="0" cy="0"/>
          <a:chOff x="0" y="0"/>
          <a:chExt cx="0" cy="0"/>
        </a:xfrm>
      </p:grpSpPr>
      <p:sp>
        <p:nvSpPr>
          <p:cNvPr id="107" name="Google Shape;107;g37b57b31f9d_0_2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8" name="Google Shape;108;g37b57b31f9d_0_2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2"/>
        <p:cNvGrpSpPr/>
        <p:nvPr/>
      </p:nvGrpSpPr>
      <p:grpSpPr>
        <a:xfrm>
          <a:off x="0" y="0"/>
          <a:ext cx="0" cy="0"/>
          <a:chOff x="0" y="0"/>
          <a:chExt cx="0" cy="0"/>
        </a:xfrm>
      </p:grpSpPr>
      <p:sp>
        <p:nvSpPr>
          <p:cNvPr id="113" name="Google Shape;113;g37b425f6ed0_0_3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4" name="Google Shape;114;g37b425f6ed0_0_3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9"/>
        <p:cNvGrpSpPr/>
        <p:nvPr/>
      </p:nvGrpSpPr>
      <p:grpSpPr>
        <a:xfrm>
          <a:off x="0" y="0"/>
          <a:ext cx="0" cy="0"/>
          <a:chOff x="0" y="0"/>
          <a:chExt cx="0" cy="0"/>
        </a:xfrm>
      </p:grpSpPr>
      <p:sp>
        <p:nvSpPr>
          <p:cNvPr id="120" name="Google Shape;120;g37b57b31f9d_0_3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1" name="Google Shape;121;g37b57b31f9d_0_3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6"/>
        <p:cNvGrpSpPr/>
        <p:nvPr/>
      </p:nvGrpSpPr>
      <p:grpSpPr>
        <a:xfrm>
          <a:off x="0" y="0"/>
          <a:ext cx="0" cy="0"/>
          <a:chOff x="0" y="0"/>
          <a:chExt cx="0" cy="0"/>
        </a:xfrm>
      </p:grpSpPr>
      <p:sp>
        <p:nvSpPr>
          <p:cNvPr id="127" name="Google Shape;127;g37b425f6ed0_0_4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8" name="Google Shape;128;g37b425f6ed0_0_4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4"/>
        <p:cNvGrpSpPr/>
        <p:nvPr/>
      </p:nvGrpSpPr>
      <p:grpSpPr>
        <a:xfrm>
          <a:off x="0" y="0"/>
          <a:ext cx="0" cy="0"/>
          <a:chOff x="0" y="0"/>
          <a:chExt cx="0" cy="0"/>
        </a:xfrm>
      </p:grpSpPr>
      <p:sp>
        <p:nvSpPr>
          <p:cNvPr id="135" name="Google Shape;135;g37b57b31f9d_0_5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36" name="Google Shape;136;g37b57b31f9d_0_5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2"/>
        <p:cNvGrpSpPr/>
        <p:nvPr/>
      </p:nvGrpSpPr>
      <p:grpSpPr>
        <a:xfrm>
          <a:off x="0" y="0"/>
          <a:ext cx="0" cy="0"/>
          <a:chOff x="0" y="0"/>
          <a:chExt cx="0" cy="0"/>
        </a:xfrm>
      </p:grpSpPr>
      <p:sp>
        <p:nvSpPr>
          <p:cNvPr id="143" name="Google Shape;143;g37b57b31f9d_0_61: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44" name="Google Shape;144;g37b57b31f9d_0_6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7"/>
        <p:cNvGrpSpPr/>
        <p:nvPr/>
      </p:nvGrpSpPr>
      <p:grpSpPr>
        <a:xfrm>
          <a:off x="0" y="0"/>
          <a:ext cx="0" cy="0"/>
          <a:chOff x="0" y="0"/>
          <a:chExt cx="0" cy="0"/>
        </a:xfrm>
      </p:grpSpPr>
      <p:sp>
        <p:nvSpPr>
          <p:cNvPr id="148" name="Google Shape;148;g37b425f6ed0_0_49: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49" name="Google Shape;149;g37b425f6ed0_0_4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2"/>
        <p:cNvGrpSpPr/>
        <p:nvPr/>
      </p:nvGrpSpPr>
      <p:grpSpPr>
        <a:xfrm>
          <a:off x="0" y="0"/>
          <a:ext cx="0" cy="0"/>
          <a:chOff x="0" y="0"/>
          <a:chExt cx="0" cy="0"/>
        </a:xfrm>
      </p:grpSpPr>
      <p:sp>
        <p:nvSpPr>
          <p:cNvPr id="153" name="Google Shape;153;g37b425f6ed0_0_55: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54" name="Google Shape;154;g37b425f6ed0_0_5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7"/>
        <p:cNvGrpSpPr/>
        <p:nvPr/>
      </p:nvGrpSpPr>
      <p:grpSpPr>
        <a:xfrm>
          <a:off x="0" y="0"/>
          <a:ext cx="0" cy="0"/>
          <a:chOff x="0" y="0"/>
          <a:chExt cx="0" cy="0"/>
        </a:xfrm>
      </p:grpSpPr>
      <p:sp>
        <p:nvSpPr>
          <p:cNvPr id="158" name="Google Shape;158;g37b425f6ed0_0_61: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59" name="Google Shape;159;g37b425f6ed0_0_6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2"/>
        <p:cNvGrpSpPr/>
        <p:nvPr/>
      </p:nvGrpSpPr>
      <p:grpSpPr>
        <a:xfrm>
          <a:off x="0" y="0"/>
          <a:ext cx="0" cy="0"/>
          <a:chOff x="0" y="0"/>
          <a:chExt cx="0" cy="0"/>
        </a:xfrm>
      </p:grpSpPr>
      <p:sp>
        <p:nvSpPr>
          <p:cNvPr id="163" name="Google Shape;163;g37b425f6ed0_0_67: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64" name="Google Shape;164;g37b425f6ed0_0_6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7"/>
        <p:cNvGrpSpPr/>
        <p:nvPr/>
      </p:nvGrpSpPr>
      <p:grpSpPr>
        <a:xfrm>
          <a:off x="0" y="0"/>
          <a:ext cx="0" cy="0"/>
          <a:chOff x="0" y="0"/>
          <a:chExt cx="0" cy="0"/>
        </a:xfrm>
      </p:grpSpPr>
      <p:sp>
        <p:nvSpPr>
          <p:cNvPr id="168" name="Google Shape;168;g37b57b31f9d_0_6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69" name="Google Shape;169;g37b57b31f9d_0_6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2"/>
        <p:cNvGrpSpPr/>
        <p:nvPr/>
      </p:nvGrpSpPr>
      <p:grpSpPr>
        <a:xfrm>
          <a:off x="0" y="0"/>
          <a:ext cx="0" cy="0"/>
          <a:chOff x="0" y="0"/>
          <a:chExt cx="0" cy="0"/>
        </a:xfrm>
      </p:grpSpPr>
      <p:sp>
        <p:nvSpPr>
          <p:cNvPr id="173" name="Google Shape;173;g37b57b31f9d_0_7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74" name="Google Shape;174;g37b57b31f9d_0_7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7"/>
        <p:cNvGrpSpPr/>
        <p:nvPr/>
      </p:nvGrpSpPr>
      <p:grpSpPr>
        <a:xfrm>
          <a:off x="0" y="0"/>
          <a:ext cx="0" cy="0"/>
          <a:chOff x="0" y="0"/>
          <a:chExt cx="0" cy="0"/>
        </a:xfrm>
      </p:grpSpPr>
      <p:sp>
        <p:nvSpPr>
          <p:cNvPr id="178" name="Google Shape;178;g37b425f6ed0_0_7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79" name="Google Shape;179;g37b425f6ed0_0_7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2"/>
        <p:cNvGrpSpPr/>
        <p:nvPr/>
      </p:nvGrpSpPr>
      <p:grpSpPr>
        <a:xfrm>
          <a:off x="0" y="0"/>
          <a:ext cx="0" cy="0"/>
          <a:chOff x="0" y="0"/>
          <a:chExt cx="0" cy="0"/>
        </a:xfrm>
      </p:grpSpPr>
      <p:sp>
        <p:nvSpPr>
          <p:cNvPr id="183" name="Google Shape;183;g37b425f6ed0_0_9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84" name="Google Shape;184;g37b425f6ed0_0_9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9"/>
        <p:cNvGrpSpPr/>
        <p:nvPr/>
      </p:nvGrpSpPr>
      <p:grpSpPr>
        <a:xfrm>
          <a:off x="0" y="0"/>
          <a:ext cx="0" cy="0"/>
          <a:chOff x="0" y="0"/>
          <a:chExt cx="0" cy="0"/>
        </a:xfrm>
      </p:grpSpPr>
      <p:sp>
        <p:nvSpPr>
          <p:cNvPr id="190" name="Google Shape;190;g37b425f6ed0_0_10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91" name="Google Shape;191;g37b425f6ed0_0_10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4"/>
        <p:cNvGrpSpPr/>
        <p:nvPr/>
      </p:nvGrpSpPr>
      <p:grpSpPr>
        <a:xfrm>
          <a:off x="0" y="0"/>
          <a:ext cx="0" cy="0"/>
          <a:chOff x="0" y="0"/>
          <a:chExt cx="0" cy="0"/>
        </a:xfrm>
      </p:grpSpPr>
      <p:sp>
        <p:nvSpPr>
          <p:cNvPr id="195" name="Google Shape;195;g37b425f6ed0_0_8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96" name="Google Shape;196;g37b425f6ed0_0_8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1"/>
        <p:cNvGrpSpPr/>
        <p:nvPr/>
      </p:nvGrpSpPr>
      <p:grpSpPr>
        <a:xfrm>
          <a:off x="0" y="0"/>
          <a:ext cx="0" cy="0"/>
          <a:chOff x="0" y="0"/>
          <a:chExt cx="0" cy="0"/>
        </a:xfrm>
      </p:grpSpPr>
      <p:sp>
        <p:nvSpPr>
          <p:cNvPr id="202" name="Google Shape;202;g37b425f6ed0_0_9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03" name="Google Shape;203;g37b425f6ed0_0_9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6"/>
        <p:cNvGrpSpPr/>
        <p:nvPr/>
      </p:nvGrpSpPr>
      <p:grpSpPr>
        <a:xfrm>
          <a:off x="0" y="0"/>
          <a:ext cx="0" cy="0"/>
          <a:chOff x="0" y="0"/>
          <a:chExt cx="0" cy="0"/>
        </a:xfrm>
      </p:grpSpPr>
      <p:sp>
        <p:nvSpPr>
          <p:cNvPr id="207" name="Google Shape;207;g37b425f6ed0_0_114: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08" name="Google Shape;208;g37b425f6ed0_0_11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1"/>
        <p:cNvGrpSpPr/>
        <p:nvPr/>
      </p:nvGrpSpPr>
      <p:grpSpPr>
        <a:xfrm>
          <a:off x="0" y="0"/>
          <a:ext cx="0" cy="0"/>
          <a:chOff x="0" y="0"/>
          <a:chExt cx="0" cy="0"/>
        </a:xfrm>
      </p:grpSpPr>
      <p:sp>
        <p:nvSpPr>
          <p:cNvPr id="212" name="Google Shape;212;g37b425f6ed0_0_12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13" name="Google Shape;213;g37b425f6ed0_0_12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9"/>
        <p:cNvGrpSpPr/>
        <p:nvPr/>
      </p:nvGrpSpPr>
      <p:grpSpPr>
        <a:xfrm>
          <a:off x="0" y="0"/>
          <a:ext cx="0" cy="0"/>
          <a:chOff x="0" y="0"/>
          <a:chExt cx="0" cy="0"/>
        </a:xfrm>
      </p:grpSpPr>
      <p:sp>
        <p:nvSpPr>
          <p:cNvPr id="10" name="Google Shape;10;p2"/>
          <p:cNvSpPr txBox="1">
            <a:spLocks noGrp="1"/>
          </p:cNvSpPr>
          <p:nvPr>
            <p:ph type="ctrTitle"/>
          </p:nvPr>
        </p:nvSpPr>
        <p:spPr>
          <a:xfrm>
            <a:off x="311708" y="744575"/>
            <a:ext cx="8520600" cy="2052600"/>
          </a:xfrm>
          <a:prstGeom prst="rect">
            <a:avLst/>
          </a:prstGeom>
        </p:spPr>
        <p:txBody>
          <a:bodyPr spcFirstLastPara="1" wrap="square" lIns="91425" tIns="91425" rIns="91425" bIns="91425" anchor="b" anchorCtr="0">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a:endParaRPr/>
          </a:p>
        </p:txBody>
      </p:sp>
      <p:sp>
        <p:nvSpPr>
          <p:cNvPr id="11" name="Google Shape;11;p2"/>
          <p:cNvSpPr txBox="1">
            <a:spLocks noGrp="1"/>
          </p:cNvSpPr>
          <p:nvPr>
            <p:ph type="subTitle" idx="1"/>
          </p:nvPr>
        </p:nvSpPr>
        <p:spPr>
          <a:xfrm>
            <a:off x="311700" y="2834125"/>
            <a:ext cx="8520600" cy="792600"/>
          </a:xfrm>
          <a:prstGeom prst="rect">
            <a:avLst/>
          </a:prstGeom>
        </p:spPr>
        <p:txBody>
          <a:bodyPr spcFirstLastPara="1" wrap="square" lIns="91425" tIns="91425" rIns="91425" bIns="91425" anchor="t" anchorCtr="0">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a:endParaRPr/>
          </a:p>
        </p:txBody>
      </p:sp>
      <p:sp>
        <p:nvSpPr>
          <p:cNvPr id="12" name="Google Shape;12;p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13"/>
        <p:cNvGrpSpPr/>
        <p:nvPr/>
      </p:nvGrpSpPr>
      <p:grpSpPr>
        <a:xfrm>
          <a:off x="0" y="0"/>
          <a:ext cx="0" cy="0"/>
          <a:chOff x="0" y="0"/>
          <a:chExt cx="0" cy="0"/>
        </a:xfrm>
      </p:grpSpPr>
      <p:sp>
        <p:nvSpPr>
          <p:cNvPr id="14" name="Google Shape;14;p3"/>
          <p:cNvSpPr txBox="1">
            <a:spLocks noGrp="1"/>
          </p:cNvSpPr>
          <p:nvPr>
            <p:ph type="title"/>
          </p:nvPr>
        </p:nvSpPr>
        <p:spPr>
          <a:xfrm>
            <a:off x="311700" y="2150850"/>
            <a:ext cx="8520600" cy="841800"/>
          </a:xfrm>
          <a:prstGeom prst="rect">
            <a:avLst/>
          </a:prstGeom>
        </p:spPr>
        <p:txBody>
          <a:bodyPr spcFirstLastPara="1" wrap="square" lIns="91425" tIns="91425" rIns="91425" bIns="91425" anchor="ctr" anchorCtr="0">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a:endParaRPr/>
          </a:p>
        </p:txBody>
      </p:sp>
      <p:sp>
        <p:nvSpPr>
          <p:cNvPr id="15" name="Google Shape;15;p3"/>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16"/>
        <p:cNvGrpSpPr/>
        <p:nvPr/>
      </p:nvGrpSpPr>
      <p:grpSpPr>
        <a:xfrm>
          <a:off x="0" y="0"/>
          <a:ext cx="0" cy="0"/>
          <a:chOff x="0" y="0"/>
          <a:chExt cx="0" cy="0"/>
        </a:xfrm>
      </p:grpSpPr>
      <p:sp>
        <p:nvSpPr>
          <p:cNvPr id="17" name="Google Shape;17;p4"/>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18" name="Google Shape;18;p4"/>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a:bodyPr>
          <a:lstStyle>
            <a:lvl1pPr marL="457200" lvl="0" indent="-342900">
              <a:spcBef>
                <a:spcPts val="0"/>
              </a:spcBef>
              <a:spcAft>
                <a:spcPts val="0"/>
              </a:spcAft>
              <a:buSzPts val="1800"/>
              <a:buChar char="●"/>
              <a:defRPr/>
            </a:lvl1pPr>
            <a:lvl2pPr marL="914400" lvl="1" indent="-317500">
              <a:spcBef>
                <a:spcPts val="0"/>
              </a:spcBef>
              <a:spcAft>
                <a:spcPts val="0"/>
              </a:spcAft>
              <a:buSzPts val="1400"/>
              <a:buChar char="○"/>
              <a:defRPr/>
            </a:lvl2pPr>
            <a:lvl3pPr marL="1371600" lvl="2" indent="-317500">
              <a:spcBef>
                <a:spcPts val="0"/>
              </a:spcBef>
              <a:spcAft>
                <a:spcPts val="0"/>
              </a:spcAft>
              <a:buSzPts val="1400"/>
              <a:buChar char="■"/>
              <a:defRPr/>
            </a:lvl3pPr>
            <a:lvl4pPr marL="1828800" lvl="3" indent="-317500">
              <a:spcBef>
                <a:spcPts val="0"/>
              </a:spcBef>
              <a:spcAft>
                <a:spcPts val="0"/>
              </a:spcAft>
              <a:buSzPts val="1400"/>
              <a:buChar char="●"/>
              <a:defRPr/>
            </a:lvl4pPr>
            <a:lvl5pPr marL="2286000" lvl="4" indent="-317500">
              <a:spcBef>
                <a:spcPts val="0"/>
              </a:spcBef>
              <a:spcAft>
                <a:spcPts val="0"/>
              </a:spcAft>
              <a:buSzPts val="1400"/>
              <a:buChar char="○"/>
              <a:defRPr/>
            </a:lvl5pPr>
            <a:lvl6pPr marL="2743200" lvl="5" indent="-317500">
              <a:spcBef>
                <a:spcPts val="0"/>
              </a:spcBef>
              <a:spcAft>
                <a:spcPts val="0"/>
              </a:spcAft>
              <a:buSzPts val="1400"/>
              <a:buChar char="■"/>
              <a:defRPr/>
            </a:lvl6pPr>
            <a:lvl7pPr marL="3200400" lvl="6" indent="-317500">
              <a:spcBef>
                <a:spcPts val="0"/>
              </a:spcBef>
              <a:spcAft>
                <a:spcPts val="0"/>
              </a:spcAft>
              <a:buSzPts val="1400"/>
              <a:buChar char="●"/>
              <a:defRPr/>
            </a:lvl7pPr>
            <a:lvl8pPr marL="3657600" lvl="7" indent="-317500">
              <a:spcBef>
                <a:spcPts val="0"/>
              </a:spcBef>
              <a:spcAft>
                <a:spcPts val="0"/>
              </a:spcAft>
              <a:buSzPts val="1400"/>
              <a:buChar char="○"/>
              <a:defRPr/>
            </a:lvl8pPr>
            <a:lvl9pPr marL="4114800" lvl="8" indent="-317500">
              <a:spcBef>
                <a:spcPts val="0"/>
              </a:spcBef>
              <a:spcAft>
                <a:spcPts val="0"/>
              </a:spcAft>
              <a:buSzPts val="1400"/>
              <a:buChar char="■"/>
              <a:defRPr/>
            </a:lvl9pPr>
          </a:lstStyle>
          <a:p>
            <a:endParaRPr/>
          </a:p>
        </p:txBody>
      </p:sp>
      <p:sp>
        <p:nvSpPr>
          <p:cNvPr id="19" name="Google Shape;19;p4"/>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20"/>
        <p:cNvGrpSpPr/>
        <p:nvPr/>
      </p:nvGrpSpPr>
      <p:grpSpPr>
        <a:xfrm>
          <a:off x="0" y="0"/>
          <a:ext cx="0" cy="0"/>
          <a:chOff x="0" y="0"/>
          <a:chExt cx="0" cy="0"/>
        </a:xfrm>
      </p:grpSpPr>
      <p:sp>
        <p:nvSpPr>
          <p:cNvPr id="21" name="Google Shape;21;p5"/>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22" name="Google Shape;22;p5"/>
          <p:cNvSpPr txBox="1">
            <a:spLocks noGrp="1"/>
          </p:cNvSpPr>
          <p:nvPr>
            <p:ph type="body" idx="1"/>
          </p:nvPr>
        </p:nvSpPr>
        <p:spPr>
          <a:xfrm>
            <a:off x="311700" y="1152475"/>
            <a:ext cx="3999900" cy="3416400"/>
          </a:xfrm>
          <a:prstGeom prst="rect">
            <a:avLst/>
          </a:prstGeom>
        </p:spPr>
        <p:txBody>
          <a:bodyPr spcFirstLastPara="1" wrap="square" lIns="91425" tIns="91425" rIns="91425" bIns="91425" anchor="t" anchorCtr="0">
            <a:normAutofit/>
          </a:bodyPr>
          <a:lstStyle>
            <a:lvl1pPr marL="457200" lvl="0" indent="-317500">
              <a:spcBef>
                <a:spcPts val="0"/>
              </a:spcBef>
              <a:spcAft>
                <a:spcPts val="0"/>
              </a:spcAft>
              <a:buSzPts val="1400"/>
              <a:buChar char="●"/>
              <a:defRPr sz="14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23" name="Google Shape;23;p5"/>
          <p:cNvSpPr txBox="1">
            <a:spLocks noGrp="1"/>
          </p:cNvSpPr>
          <p:nvPr>
            <p:ph type="body" idx="2"/>
          </p:nvPr>
        </p:nvSpPr>
        <p:spPr>
          <a:xfrm>
            <a:off x="4832400" y="1152475"/>
            <a:ext cx="3999900" cy="3416400"/>
          </a:xfrm>
          <a:prstGeom prst="rect">
            <a:avLst/>
          </a:prstGeom>
        </p:spPr>
        <p:txBody>
          <a:bodyPr spcFirstLastPara="1" wrap="square" lIns="91425" tIns="91425" rIns="91425" bIns="91425" anchor="t" anchorCtr="0">
            <a:normAutofit/>
          </a:bodyPr>
          <a:lstStyle>
            <a:lvl1pPr marL="457200" lvl="0" indent="-317500">
              <a:spcBef>
                <a:spcPts val="0"/>
              </a:spcBef>
              <a:spcAft>
                <a:spcPts val="0"/>
              </a:spcAft>
              <a:buSzPts val="1400"/>
              <a:buChar char="●"/>
              <a:defRPr sz="14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24" name="Google Shape;24;p5"/>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25"/>
        <p:cNvGrpSpPr/>
        <p:nvPr/>
      </p:nvGrpSpPr>
      <p:grpSpPr>
        <a:xfrm>
          <a:off x="0" y="0"/>
          <a:ext cx="0" cy="0"/>
          <a:chOff x="0" y="0"/>
          <a:chExt cx="0" cy="0"/>
        </a:xfrm>
      </p:grpSpPr>
      <p:sp>
        <p:nvSpPr>
          <p:cNvPr id="26" name="Google Shape;26;p6"/>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27" name="Google Shape;27;p6"/>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28"/>
        <p:cNvGrpSpPr/>
        <p:nvPr/>
      </p:nvGrpSpPr>
      <p:grpSpPr>
        <a:xfrm>
          <a:off x="0" y="0"/>
          <a:ext cx="0" cy="0"/>
          <a:chOff x="0" y="0"/>
          <a:chExt cx="0" cy="0"/>
        </a:xfrm>
      </p:grpSpPr>
      <p:sp>
        <p:nvSpPr>
          <p:cNvPr id="29" name="Google Shape;29;p7"/>
          <p:cNvSpPr txBox="1">
            <a:spLocks noGrp="1"/>
          </p:cNvSpPr>
          <p:nvPr>
            <p:ph type="title"/>
          </p:nvPr>
        </p:nvSpPr>
        <p:spPr>
          <a:xfrm>
            <a:off x="311700" y="555600"/>
            <a:ext cx="2808000" cy="755700"/>
          </a:xfrm>
          <a:prstGeom prst="rect">
            <a:avLst/>
          </a:prstGeom>
        </p:spPr>
        <p:txBody>
          <a:bodyPr spcFirstLastPara="1" wrap="square" lIns="91425" tIns="91425" rIns="91425" bIns="91425" anchor="b" anchorCtr="0">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a:endParaRPr/>
          </a:p>
        </p:txBody>
      </p:sp>
      <p:sp>
        <p:nvSpPr>
          <p:cNvPr id="30" name="Google Shape;30;p7"/>
          <p:cNvSpPr txBox="1">
            <a:spLocks noGrp="1"/>
          </p:cNvSpPr>
          <p:nvPr>
            <p:ph type="body" idx="1"/>
          </p:nvPr>
        </p:nvSpPr>
        <p:spPr>
          <a:xfrm>
            <a:off x="311700" y="1389600"/>
            <a:ext cx="2808000" cy="3179400"/>
          </a:xfrm>
          <a:prstGeom prst="rect">
            <a:avLst/>
          </a:prstGeom>
        </p:spPr>
        <p:txBody>
          <a:bodyPr spcFirstLastPara="1" wrap="square" lIns="91425" tIns="91425" rIns="91425" bIns="91425" anchor="t" anchorCtr="0">
            <a:normAutofit/>
          </a:bodyPr>
          <a:lstStyle>
            <a:lvl1pPr marL="457200" lvl="0" indent="-304800">
              <a:spcBef>
                <a:spcPts val="0"/>
              </a:spcBef>
              <a:spcAft>
                <a:spcPts val="0"/>
              </a:spcAft>
              <a:buSzPts val="1200"/>
              <a:buChar char="●"/>
              <a:defRPr sz="12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31" name="Google Shape;31;p7"/>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32"/>
        <p:cNvGrpSpPr/>
        <p:nvPr/>
      </p:nvGrpSpPr>
      <p:grpSpPr>
        <a:xfrm>
          <a:off x="0" y="0"/>
          <a:ext cx="0" cy="0"/>
          <a:chOff x="0" y="0"/>
          <a:chExt cx="0" cy="0"/>
        </a:xfrm>
      </p:grpSpPr>
      <p:sp>
        <p:nvSpPr>
          <p:cNvPr id="33" name="Google Shape;33;p8"/>
          <p:cNvSpPr txBox="1">
            <a:spLocks noGrp="1"/>
          </p:cNvSpPr>
          <p:nvPr>
            <p:ph type="title"/>
          </p:nvPr>
        </p:nvSpPr>
        <p:spPr>
          <a:xfrm>
            <a:off x="490250" y="450150"/>
            <a:ext cx="6367800" cy="4090800"/>
          </a:xfrm>
          <a:prstGeom prst="rect">
            <a:avLst/>
          </a:prstGeom>
        </p:spPr>
        <p:txBody>
          <a:bodyPr spcFirstLastPara="1" wrap="square" lIns="91425" tIns="91425" rIns="91425" bIns="91425" anchor="ctr" anchorCtr="0">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a:endParaRPr/>
          </a:p>
        </p:txBody>
      </p:sp>
      <p:sp>
        <p:nvSpPr>
          <p:cNvPr id="34" name="Google Shape;34;p8"/>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 name="Google Shape;37;p9"/>
          <p:cNvSpPr txBox="1">
            <a:spLocks noGrp="1"/>
          </p:cNvSpPr>
          <p:nvPr>
            <p:ph type="title"/>
          </p:nvPr>
        </p:nvSpPr>
        <p:spPr>
          <a:xfrm>
            <a:off x="265500" y="1233175"/>
            <a:ext cx="4045200" cy="1482300"/>
          </a:xfrm>
          <a:prstGeom prst="rect">
            <a:avLst/>
          </a:prstGeom>
        </p:spPr>
        <p:txBody>
          <a:bodyPr spcFirstLastPara="1" wrap="square" lIns="91425" tIns="91425" rIns="91425" bIns="91425" anchor="b" anchorCtr="0">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a:endParaRPr/>
          </a:p>
        </p:txBody>
      </p:sp>
      <p:sp>
        <p:nvSpPr>
          <p:cNvPr id="38" name="Google Shape;38;p9"/>
          <p:cNvSpPr txBox="1">
            <a:spLocks noGrp="1"/>
          </p:cNvSpPr>
          <p:nvPr>
            <p:ph type="subTitle" idx="1"/>
          </p:nvPr>
        </p:nvSpPr>
        <p:spPr>
          <a:xfrm>
            <a:off x="265500" y="2803075"/>
            <a:ext cx="4045200" cy="1235100"/>
          </a:xfrm>
          <a:prstGeom prst="rect">
            <a:avLst/>
          </a:prstGeom>
        </p:spPr>
        <p:txBody>
          <a:bodyPr spcFirstLastPara="1" wrap="square" lIns="91425" tIns="91425" rIns="91425" bIns="91425" anchor="t" anchorCtr="0">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a:endParaRPr/>
          </a:p>
        </p:txBody>
      </p:sp>
      <p:sp>
        <p:nvSpPr>
          <p:cNvPr id="39" name="Google Shape;39;p9"/>
          <p:cNvSpPr txBox="1">
            <a:spLocks noGrp="1"/>
          </p:cNvSpPr>
          <p:nvPr>
            <p:ph type="body" idx="2"/>
          </p:nvPr>
        </p:nvSpPr>
        <p:spPr>
          <a:xfrm>
            <a:off x="4939500" y="724075"/>
            <a:ext cx="3837000" cy="3695100"/>
          </a:xfrm>
          <a:prstGeom prst="rect">
            <a:avLst/>
          </a:prstGeom>
        </p:spPr>
        <p:txBody>
          <a:bodyPr spcFirstLastPara="1" wrap="square" lIns="91425" tIns="91425" rIns="91425" bIns="91425" anchor="ctr" anchorCtr="0">
            <a:normAutofit/>
          </a:bodyPr>
          <a:lstStyle>
            <a:lvl1pPr marL="457200" lvl="0" indent="-342900">
              <a:spcBef>
                <a:spcPts val="0"/>
              </a:spcBef>
              <a:spcAft>
                <a:spcPts val="0"/>
              </a:spcAft>
              <a:buSzPts val="1800"/>
              <a:buChar char="●"/>
              <a:defRPr/>
            </a:lvl1pPr>
            <a:lvl2pPr marL="914400" lvl="1" indent="-317500">
              <a:spcBef>
                <a:spcPts val="0"/>
              </a:spcBef>
              <a:spcAft>
                <a:spcPts val="0"/>
              </a:spcAft>
              <a:buSzPts val="1400"/>
              <a:buChar char="○"/>
              <a:defRPr/>
            </a:lvl2pPr>
            <a:lvl3pPr marL="1371600" lvl="2" indent="-317500">
              <a:spcBef>
                <a:spcPts val="0"/>
              </a:spcBef>
              <a:spcAft>
                <a:spcPts val="0"/>
              </a:spcAft>
              <a:buSzPts val="1400"/>
              <a:buChar char="■"/>
              <a:defRPr/>
            </a:lvl3pPr>
            <a:lvl4pPr marL="1828800" lvl="3" indent="-317500">
              <a:spcBef>
                <a:spcPts val="0"/>
              </a:spcBef>
              <a:spcAft>
                <a:spcPts val="0"/>
              </a:spcAft>
              <a:buSzPts val="1400"/>
              <a:buChar char="●"/>
              <a:defRPr/>
            </a:lvl4pPr>
            <a:lvl5pPr marL="2286000" lvl="4" indent="-317500">
              <a:spcBef>
                <a:spcPts val="0"/>
              </a:spcBef>
              <a:spcAft>
                <a:spcPts val="0"/>
              </a:spcAft>
              <a:buSzPts val="1400"/>
              <a:buChar char="○"/>
              <a:defRPr/>
            </a:lvl5pPr>
            <a:lvl6pPr marL="2743200" lvl="5" indent="-317500">
              <a:spcBef>
                <a:spcPts val="0"/>
              </a:spcBef>
              <a:spcAft>
                <a:spcPts val="0"/>
              </a:spcAft>
              <a:buSzPts val="1400"/>
              <a:buChar char="■"/>
              <a:defRPr/>
            </a:lvl6pPr>
            <a:lvl7pPr marL="3200400" lvl="6" indent="-317500">
              <a:spcBef>
                <a:spcPts val="0"/>
              </a:spcBef>
              <a:spcAft>
                <a:spcPts val="0"/>
              </a:spcAft>
              <a:buSzPts val="1400"/>
              <a:buChar char="●"/>
              <a:defRPr/>
            </a:lvl7pPr>
            <a:lvl8pPr marL="3657600" lvl="7" indent="-317500">
              <a:spcBef>
                <a:spcPts val="0"/>
              </a:spcBef>
              <a:spcAft>
                <a:spcPts val="0"/>
              </a:spcAft>
              <a:buSzPts val="1400"/>
              <a:buChar char="○"/>
              <a:defRPr/>
            </a:lvl8pPr>
            <a:lvl9pPr marL="4114800" lvl="8" indent="-317500">
              <a:spcBef>
                <a:spcPts val="0"/>
              </a:spcBef>
              <a:spcAft>
                <a:spcPts val="0"/>
              </a:spcAft>
              <a:buSzPts val="1400"/>
              <a:buChar char="■"/>
              <a:defRPr/>
            </a:lvl9pPr>
          </a:lstStyle>
          <a:p>
            <a:endParaRPr/>
          </a:p>
        </p:txBody>
      </p:sp>
      <p:sp>
        <p:nvSpPr>
          <p:cNvPr id="40" name="Google Shape;40;p9"/>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41"/>
        <p:cNvGrpSpPr/>
        <p:nvPr/>
      </p:nvGrpSpPr>
      <p:grpSpPr>
        <a:xfrm>
          <a:off x="0" y="0"/>
          <a:ext cx="0" cy="0"/>
          <a:chOff x="0" y="0"/>
          <a:chExt cx="0" cy="0"/>
        </a:xfrm>
      </p:grpSpPr>
      <p:sp>
        <p:nvSpPr>
          <p:cNvPr id="42" name="Google Shape;42;p10"/>
          <p:cNvSpPr txBox="1">
            <a:spLocks noGrp="1"/>
          </p:cNvSpPr>
          <p:nvPr>
            <p:ph type="body" idx="1"/>
          </p:nvPr>
        </p:nvSpPr>
        <p:spPr>
          <a:xfrm>
            <a:off x="311700" y="4230575"/>
            <a:ext cx="5998800" cy="605100"/>
          </a:xfrm>
          <a:prstGeom prst="rect">
            <a:avLst/>
          </a:prstGeom>
        </p:spPr>
        <p:txBody>
          <a:bodyPr spcFirstLastPara="1" wrap="square" lIns="91425" tIns="91425" rIns="91425" bIns="91425" anchor="ctr" anchorCtr="0">
            <a:normAutofit/>
          </a:bodyPr>
          <a:lstStyle>
            <a:lvl1pPr marL="457200" lvl="0" indent="-228600">
              <a:lnSpc>
                <a:spcPct val="100000"/>
              </a:lnSpc>
              <a:spcBef>
                <a:spcPts val="0"/>
              </a:spcBef>
              <a:spcAft>
                <a:spcPts val="0"/>
              </a:spcAft>
              <a:buSzPts val="1800"/>
              <a:buNone/>
              <a:defRPr/>
            </a:lvl1pPr>
          </a:lstStyle>
          <a:p>
            <a:endParaRPr/>
          </a:p>
        </p:txBody>
      </p:sp>
      <p:sp>
        <p:nvSpPr>
          <p:cNvPr id="43" name="Google Shape;43;p10"/>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44"/>
        <p:cNvGrpSpPr/>
        <p:nvPr/>
      </p:nvGrpSpPr>
      <p:grpSpPr>
        <a:xfrm>
          <a:off x="0" y="0"/>
          <a:ext cx="0" cy="0"/>
          <a:chOff x="0" y="0"/>
          <a:chExt cx="0" cy="0"/>
        </a:xfrm>
      </p:grpSpPr>
      <p:sp>
        <p:nvSpPr>
          <p:cNvPr id="45" name="Google Shape;45;p11"/>
          <p:cNvSpPr txBox="1">
            <a:spLocks noGrp="1"/>
          </p:cNvSpPr>
          <p:nvPr>
            <p:ph type="title" hasCustomPrompt="1"/>
          </p:nvPr>
        </p:nvSpPr>
        <p:spPr>
          <a:xfrm>
            <a:off x="311700" y="1106125"/>
            <a:ext cx="8520600" cy="1963500"/>
          </a:xfrm>
          <a:prstGeom prst="rect">
            <a:avLst/>
          </a:prstGeom>
        </p:spPr>
        <p:txBody>
          <a:bodyPr spcFirstLastPara="1" wrap="square" lIns="91425" tIns="91425" rIns="91425" bIns="91425" anchor="b" anchorCtr="0">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a:spLocks noGrp="1"/>
          </p:cNvSpPr>
          <p:nvPr>
            <p:ph type="body" idx="1"/>
          </p:nvPr>
        </p:nvSpPr>
        <p:spPr>
          <a:xfrm>
            <a:off x="311700" y="3152225"/>
            <a:ext cx="8520600" cy="1300800"/>
          </a:xfrm>
          <a:prstGeom prst="rect">
            <a:avLst/>
          </a:prstGeom>
        </p:spPr>
        <p:txBody>
          <a:bodyPr spcFirstLastPara="1" wrap="square" lIns="91425" tIns="91425" rIns="91425" bIns="91425" anchor="t" anchorCtr="0">
            <a:normAutofit/>
          </a:bodyPr>
          <a:lstStyle>
            <a:lvl1pPr marL="457200" lvl="0" indent="-342900" algn="ctr">
              <a:spcBef>
                <a:spcPts val="0"/>
              </a:spcBef>
              <a:spcAft>
                <a:spcPts val="0"/>
              </a:spcAft>
              <a:buSzPts val="1800"/>
              <a:buChar char="●"/>
              <a:defRPr/>
            </a:lvl1pPr>
            <a:lvl2pPr marL="914400" lvl="1" indent="-317500" algn="ctr">
              <a:spcBef>
                <a:spcPts val="0"/>
              </a:spcBef>
              <a:spcAft>
                <a:spcPts val="0"/>
              </a:spcAft>
              <a:buSzPts val="1400"/>
              <a:buChar char="○"/>
              <a:defRPr/>
            </a:lvl2pPr>
            <a:lvl3pPr marL="1371600" lvl="2" indent="-317500" algn="ctr">
              <a:spcBef>
                <a:spcPts val="0"/>
              </a:spcBef>
              <a:spcAft>
                <a:spcPts val="0"/>
              </a:spcAft>
              <a:buSzPts val="1400"/>
              <a:buChar char="■"/>
              <a:defRPr/>
            </a:lvl3pPr>
            <a:lvl4pPr marL="1828800" lvl="3" indent="-317500" algn="ctr">
              <a:spcBef>
                <a:spcPts val="0"/>
              </a:spcBef>
              <a:spcAft>
                <a:spcPts val="0"/>
              </a:spcAft>
              <a:buSzPts val="1400"/>
              <a:buChar char="●"/>
              <a:defRPr/>
            </a:lvl4pPr>
            <a:lvl5pPr marL="2286000" lvl="4" indent="-317500" algn="ctr">
              <a:spcBef>
                <a:spcPts val="0"/>
              </a:spcBef>
              <a:spcAft>
                <a:spcPts val="0"/>
              </a:spcAft>
              <a:buSzPts val="1400"/>
              <a:buChar char="○"/>
              <a:defRPr/>
            </a:lvl5pPr>
            <a:lvl6pPr marL="2743200" lvl="5" indent="-317500" algn="ctr">
              <a:spcBef>
                <a:spcPts val="0"/>
              </a:spcBef>
              <a:spcAft>
                <a:spcPts val="0"/>
              </a:spcAft>
              <a:buSzPts val="1400"/>
              <a:buChar char="■"/>
              <a:defRPr/>
            </a:lvl6pPr>
            <a:lvl7pPr marL="3200400" lvl="6" indent="-317500" algn="ctr">
              <a:spcBef>
                <a:spcPts val="0"/>
              </a:spcBef>
              <a:spcAft>
                <a:spcPts val="0"/>
              </a:spcAft>
              <a:buSzPts val="1400"/>
              <a:buChar char="●"/>
              <a:defRPr/>
            </a:lvl7pPr>
            <a:lvl8pPr marL="3657600" lvl="7" indent="-317500" algn="ctr">
              <a:spcBef>
                <a:spcPts val="0"/>
              </a:spcBef>
              <a:spcAft>
                <a:spcPts val="0"/>
              </a:spcAft>
              <a:buSzPts val="1400"/>
              <a:buChar char="○"/>
              <a:defRPr/>
            </a:lvl8pPr>
            <a:lvl9pPr marL="4114800" lvl="8" indent="-317500" algn="ctr">
              <a:spcBef>
                <a:spcPts val="0"/>
              </a:spcBef>
              <a:spcAft>
                <a:spcPts val="0"/>
              </a:spcAft>
              <a:buSzPts val="1400"/>
              <a:buChar char="■"/>
              <a:defRPr/>
            </a:lvl9pPr>
          </a:lstStyle>
          <a:p>
            <a:endParaRPr/>
          </a:p>
        </p:txBody>
      </p:sp>
      <p:sp>
        <p:nvSpPr>
          <p:cNvPr id="47" name="Google Shape;47;p11"/>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48"/>
        <p:cNvGrpSpPr/>
        <p:nvPr/>
      </p:nvGrpSpPr>
      <p:grpSpPr>
        <a:xfrm>
          <a:off x="0" y="0"/>
          <a:ext cx="0" cy="0"/>
          <a:chOff x="0" y="0"/>
          <a:chExt cx="0" cy="0"/>
        </a:xfrm>
      </p:grpSpPr>
      <p:sp>
        <p:nvSpPr>
          <p:cNvPr id="49" name="Google Shape;49;p1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a:endParaRPr/>
          </a:p>
        </p:txBody>
      </p:sp>
      <p:sp>
        <p:nvSpPr>
          <p:cNvPr id="7" name="Google Shape;7;p1"/>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rmAutofit/>
          </a:bodyPr>
          <a:lstStyle>
            <a:lvl1pPr marL="457200" lvl="0" indent="-342900">
              <a:lnSpc>
                <a:spcPct val="115000"/>
              </a:lnSpc>
              <a:spcBef>
                <a:spcPts val="0"/>
              </a:spcBef>
              <a:spcAft>
                <a:spcPts val="0"/>
              </a:spcAft>
              <a:buClr>
                <a:schemeClr val="dk2"/>
              </a:buClr>
              <a:buSzPts val="1800"/>
              <a:buChar char="●"/>
              <a:defRPr sz="1800">
                <a:solidFill>
                  <a:schemeClr val="dk2"/>
                </a:solidFill>
              </a:defRPr>
            </a:lvl1pPr>
            <a:lvl2pPr marL="914400" lvl="1" indent="-317500">
              <a:lnSpc>
                <a:spcPct val="115000"/>
              </a:lnSpc>
              <a:spcBef>
                <a:spcPts val="0"/>
              </a:spcBef>
              <a:spcAft>
                <a:spcPts val="0"/>
              </a:spcAft>
              <a:buClr>
                <a:schemeClr val="dk2"/>
              </a:buClr>
              <a:buSzPts val="1400"/>
              <a:buChar char="○"/>
              <a:defRPr>
                <a:solidFill>
                  <a:schemeClr val="dk2"/>
                </a:solidFill>
              </a:defRPr>
            </a:lvl2pPr>
            <a:lvl3pPr marL="1371600" lvl="2" indent="-317500">
              <a:lnSpc>
                <a:spcPct val="115000"/>
              </a:lnSpc>
              <a:spcBef>
                <a:spcPts val="0"/>
              </a:spcBef>
              <a:spcAft>
                <a:spcPts val="0"/>
              </a:spcAft>
              <a:buClr>
                <a:schemeClr val="dk2"/>
              </a:buClr>
              <a:buSzPts val="1400"/>
              <a:buChar char="■"/>
              <a:defRPr>
                <a:solidFill>
                  <a:schemeClr val="dk2"/>
                </a:solidFill>
              </a:defRPr>
            </a:lvl3pPr>
            <a:lvl4pPr marL="1828800" lvl="3" indent="-317500">
              <a:lnSpc>
                <a:spcPct val="115000"/>
              </a:lnSpc>
              <a:spcBef>
                <a:spcPts val="0"/>
              </a:spcBef>
              <a:spcAft>
                <a:spcPts val="0"/>
              </a:spcAft>
              <a:buClr>
                <a:schemeClr val="dk2"/>
              </a:buClr>
              <a:buSzPts val="1400"/>
              <a:buChar char="●"/>
              <a:defRPr>
                <a:solidFill>
                  <a:schemeClr val="dk2"/>
                </a:solidFill>
              </a:defRPr>
            </a:lvl4pPr>
            <a:lvl5pPr marL="2286000" lvl="4" indent="-317500">
              <a:lnSpc>
                <a:spcPct val="115000"/>
              </a:lnSpc>
              <a:spcBef>
                <a:spcPts val="0"/>
              </a:spcBef>
              <a:spcAft>
                <a:spcPts val="0"/>
              </a:spcAft>
              <a:buClr>
                <a:schemeClr val="dk2"/>
              </a:buClr>
              <a:buSzPts val="1400"/>
              <a:buChar char="○"/>
              <a:defRPr>
                <a:solidFill>
                  <a:schemeClr val="dk2"/>
                </a:solidFill>
              </a:defRPr>
            </a:lvl5pPr>
            <a:lvl6pPr marL="2743200" lvl="5" indent="-317500">
              <a:lnSpc>
                <a:spcPct val="115000"/>
              </a:lnSpc>
              <a:spcBef>
                <a:spcPts val="0"/>
              </a:spcBef>
              <a:spcAft>
                <a:spcPts val="0"/>
              </a:spcAft>
              <a:buClr>
                <a:schemeClr val="dk2"/>
              </a:buClr>
              <a:buSzPts val="1400"/>
              <a:buChar char="■"/>
              <a:defRPr>
                <a:solidFill>
                  <a:schemeClr val="dk2"/>
                </a:solidFill>
              </a:defRPr>
            </a:lvl6pPr>
            <a:lvl7pPr marL="3200400" lvl="6" indent="-317500">
              <a:lnSpc>
                <a:spcPct val="115000"/>
              </a:lnSpc>
              <a:spcBef>
                <a:spcPts val="0"/>
              </a:spcBef>
              <a:spcAft>
                <a:spcPts val="0"/>
              </a:spcAft>
              <a:buClr>
                <a:schemeClr val="dk2"/>
              </a:buClr>
              <a:buSzPts val="1400"/>
              <a:buChar char="●"/>
              <a:defRPr>
                <a:solidFill>
                  <a:schemeClr val="dk2"/>
                </a:solidFill>
              </a:defRPr>
            </a:lvl7pPr>
            <a:lvl8pPr marL="3657600" lvl="7" indent="-317500">
              <a:lnSpc>
                <a:spcPct val="115000"/>
              </a:lnSpc>
              <a:spcBef>
                <a:spcPts val="0"/>
              </a:spcBef>
              <a:spcAft>
                <a:spcPts val="0"/>
              </a:spcAft>
              <a:buClr>
                <a:schemeClr val="dk2"/>
              </a:buClr>
              <a:buSzPts val="1400"/>
              <a:buChar char="○"/>
              <a:defRPr>
                <a:solidFill>
                  <a:schemeClr val="dk2"/>
                </a:solidFill>
              </a:defRPr>
            </a:lvl8pPr>
            <a:lvl9pPr marL="4114800" lvl="8" indent="-317500">
              <a:lnSpc>
                <a:spcPct val="115000"/>
              </a:lnSpc>
              <a:spcBef>
                <a:spcPts val="0"/>
              </a:spcBef>
              <a:spcAft>
                <a:spcPts val="0"/>
              </a:spcAft>
              <a:buClr>
                <a:schemeClr val="dk2"/>
              </a:buClr>
              <a:buSzPts val="1400"/>
              <a:buChar char="■"/>
              <a:defRPr>
                <a:solidFill>
                  <a:schemeClr val="dk2"/>
                </a:solidFill>
              </a:defRPr>
            </a:lvl9pPr>
          </a:lstStyle>
          <a:p>
            <a:endParaRPr/>
          </a:p>
        </p:txBody>
      </p:sp>
      <p:sp>
        <p:nvSpPr>
          <p:cNvPr id="8" name="Google Shape;8;p1"/>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marL="0" lvl="0" indent="0" algn="r" rtl="0">
              <a:spcBef>
                <a:spcPts val="0"/>
              </a:spcBef>
              <a:spcAft>
                <a:spcPts val="0"/>
              </a:spcAft>
              <a:buNone/>
            </a:pPr>
            <a:fld id="{00000000-1234-1234-1234-123412341234}" type="slidenum">
              <a:rPr lang="en"/>
              <a:t>‹#›</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xml"/><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7.xml"/><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0.xml"/><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1.xml"/><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3.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3.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3.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3.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3.xml"/></Relationships>
</file>

<file path=ppt/slides/_rels/slide24.xml.rels><?xml version="1.0" encoding="UTF-8" standalone="yes"?>
<Relationships xmlns="http://schemas.openxmlformats.org/package/2006/relationships"><Relationship Id="rId8" Type="http://schemas.openxmlformats.org/officeDocument/2006/relationships/image" Target="../media/image5.png"/><Relationship Id="rId13" Type="http://schemas.openxmlformats.org/officeDocument/2006/relationships/customXml" Target="../ink/ink6.xml"/><Relationship Id="rId18" Type="http://schemas.openxmlformats.org/officeDocument/2006/relationships/image" Target="../media/image10.png"/><Relationship Id="rId3" Type="http://schemas.openxmlformats.org/officeDocument/2006/relationships/customXml" Target="../ink/ink1.xml"/><Relationship Id="rId7" Type="http://schemas.openxmlformats.org/officeDocument/2006/relationships/customXml" Target="../ink/ink3.xml"/><Relationship Id="rId12" Type="http://schemas.openxmlformats.org/officeDocument/2006/relationships/image" Target="../media/image7.png"/><Relationship Id="rId17" Type="http://schemas.openxmlformats.org/officeDocument/2006/relationships/customXml" Target="../ink/ink8.xml"/><Relationship Id="rId2" Type="http://schemas.openxmlformats.org/officeDocument/2006/relationships/notesSlide" Target="../notesSlides/notesSlide24.xml"/><Relationship Id="rId16" Type="http://schemas.openxmlformats.org/officeDocument/2006/relationships/image" Target="../media/image9.png"/><Relationship Id="rId20" Type="http://schemas.openxmlformats.org/officeDocument/2006/relationships/image" Target="../media/image11.png"/><Relationship Id="rId1" Type="http://schemas.openxmlformats.org/officeDocument/2006/relationships/slideLayout" Target="../slideLayouts/slideLayout3.xml"/><Relationship Id="rId6" Type="http://schemas.openxmlformats.org/officeDocument/2006/relationships/image" Target="../media/image4.png"/><Relationship Id="rId11" Type="http://schemas.openxmlformats.org/officeDocument/2006/relationships/customXml" Target="../ink/ink5.xml"/><Relationship Id="rId5" Type="http://schemas.openxmlformats.org/officeDocument/2006/relationships/customXml" Target="../ink/ink2.xml"/><Relationship Id="rId15" Type="http://schemas.openxmlformats.org/officeDocument/2006/relationships/customXml" Target="../ink/ink7.xml"/><Relationship Id="rId10" Type="http://schemas.openxmlformats.org/officeDocument/2006/relationships/image" Target="../media/image6.png"/><Relationship Id="rId19" Type="http://schemas.openxmlformats.org/officeDocument/2006/relationships/customXml" Target="../ink/ink9.xml"/><Relationship Id="rId4" Type="http://schemas.openxmlformats.org/officeDocument/2006/relationships/image" Target="../media/image3.png"/><Relationship Id="rId9" Type="http://schemas.openxmlformats.org/officeDocument/2006/relationships/customXml" Target="../ink/ink4.xml"/><Relationship Id="rId14" Type="http://schemas.openxmlformats.org/officeDocument/2006/relationships/image" Target="../media/image8.png"/></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3.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3.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53"/>
        <p:cNvGrpSpPr/>
        <p:nvPr/>
      </p:nvGrpSpPr>
      <p:grpSpPr>
        <a:xfrm>
          <a:off x="0" y="0"/>
          <a:ext cx="0" cy="0"/>
          <a:chOff x="0" y="0"/>
          <a:chExt cx="0" cy="0"/>
        </a:xfrm>
      </p:grpSpPr>
      <p:sp>
        <p:nvSpPr>
          <p:cNvPr id="54" name="Google Shape;54;p13"/>
          <p:cNvSpPr txBox="1">
            <a:spLocks noGrp="1"/>
          </p:cNvSpPr>
          <p:nvPr>
            <p:ph type="ctrTitle"/>
          </p:nvPr>
        </p:nvSpPr>
        <p:spPr>
          <a:xfrm>
            <a:off x="311700" y="744575"/>
            <a:ext cx="8520600" cy="2057100"/>
          </a:xfrm>
          <a:prstGeom prst="rect">
            <a:avLst/>
          </a:prstGeom>
        </p:spPr>
        <p:txBody>
          <a:bodyPr spcFirstLastPara="1" wrap="square" lIns="91425" tIns="91425" rIns="91425" bIns="91425" anchor="b" anchorCtr="0">
            <a:normAutofit/>
          </a:bodyPr>
          <a:lstStyle/>
          <a:p>
            <a:pPr marL="0" lvl="0" indent="0" algn="ctr" rtl="0">
              <a:spcBef>
                <a:spcPts val="0"/>
              </a:spcBef>
              <a:spcAft>
                <a:spcPts val="0"/>
              </a:spcAft>
              <a:buNone/>
            </a:pPr>
            <a:r>
              <a:rPr lang="en"/>
              <a:t>Instruction Pipeline and Hazards</a:t>
            </a:r>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58"/>
        <p:cNvGrpSpPr/>
        <p:nvPr/>
      </p:nvGrpSpPr>
      <p:grpSpPr>
        <a:xfrm>
          <a:off x="0" y="0"/>
          <a:ext cx="0" cy="0"/>
          <a:chOff x="0" y="0"/>
          <a:chExt cx="0" cy="0"/>
        </a:xfrm>
      </p:grpSpPr>
      <p:sp>
        <p:nvSpPr>
          <p:cNvPr id="59" name="Google Shape;59;p14"/>
          <p:cNvSpPr txBox="1">
            <a:spLocks noGrp="1"/>
          </p:cNvSpPr>
          <p:nvPr>
            <p:ph type="title"/>
          </p:nvPr>
        </p:nvSpPr>
        <p:spPr>
          <a:xfrm>
            <a:off x="311700" y="1242275"/>
            <a:ext cx="8520600" cy="1649400"/>
          </a:xfrm>
          <a:prstGeom prst="rect">
            <a:avLst/>
          </a:prstGeom>
        </p:spPr>
        <p:txBody>
          <a:bodyPr spcFirstLastPara="1" wrap="square" lIns="91425" tIns="91425" rIns="91425" bIns="91425" anchor="t" anchorCtr="0">
            <a:noAutofit/>
          </a:bodyPr>
          <a:lstStyle/>
          <a:p>
            <a:pPr marL="457200" lvl="0" indent="-344170" algn="just" rtl="0">
              <a:spcBef>
                <a:spcPts val="0"/>
              </a:spcBef>
              <a:spcAft>
                <a:spcPts val="0"/>
              </a:spcAft>
              <a:buSzPts val="1820"/>
              <a:buAutoNum type="arabicPeriod"/>
            </a:pPr>
            <a:r>
              <a:rPr lang="en" sz="1820" b="1"/>
              <a:t>The time delay of a 4-segment pipeline in different segments are t1=35 ns, t2 = 30 ns, t3 = 40 ns, t4=45 ns. The interface register delay time is t=5 ns. How long would it take to complete 100 instructions in the pipeline? (Assume there is no dependency between the instructions).</a:t>
            </a:r>
            <a:endParaRPr sz="1720" b="1"/>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63"/>
        <p:cNvGrpSpPr/>
        <p:nvPr/>
      </p:nvGrpSpPr>
      <p:grpSpPr>
        <a:xfrm>
          <a:off x="0" y="0"/>
          <a:ext cx="0" cy="0"/>
          <a:chOff x="0" y="0"/>
          <a:chExt cx="0" cy="0"/>
        </a:xfrm>
      </p:grpSpPr>
      <p:sp>
        <p:nvSpPr>
          <p:cNvPr id="64" name="Google Shape;64;p15"/>
          <p:cNvSpPr txBox="1">
            <a:spLocks noGrp="1"/>
          </p:cNvSpPr>
          <p:nvPr>
            <p:ph type="title"/>
          </p:nvPr>
        </p:nvSpPr>
        <p:spPr>
          <a:xfrm>
            <a:off x="311700" y="1207650"/>
            <a:ext cx="8520600" cy="1478400"/>
          </a:xfrm>
          <a:prstGeom prst="rect">
            <a:avLst/>
          </a:prstGeom>
        </p:spPr>
        <p:txBody>
          <a:bodyPr spcFirstLastPara="1" wrap="square" lIns="91425" tIns="91425" rIns="91425" bIns="91425" anchor="t" anchorCtr="0">
            <a:noAutofit/>
          </a:bodyPr>
          <a:lstStyle/>
          <a:p>
            <a:pPr marL="457200" lvl="0" indent="-344170" algn="just" rtl="0">
              <a:spcBef>
                <a:spcPts val="0"/>
              </a:spcBef>
              <a:spcAft>
                <a:spcPts val="0"/>
              </a:spcAft>
              <a:buSzPts val="1820"/>
              <a:buAutoNum type="arabicPeriod"/>
            </a:pPr>
            <a:r>
              <a:rPr lang="en" sz="1820"/>
              <a:t>The time delay of a 4-segment pipeline in different segments are t1=35 ns, t2 = 30 ns, t3 = 40 ns, t4=45 ns. The interface register delay time is t=5 ns. How long would it take to complete 100 instructions in the pipeline? (Assume there is no dependency between the instructions).</a:t>
            </a:r>
            <a:endParaRPr sz="1720"/>
          </a:p>
        </p:txBody>
      </p:sp>
      <p:sp>
        <p:nvSpPr>
          <p:cNvPr id="65" name="Google Shape;65;p15"/>
          <p:cNvSpPr txBox="1"/>
          <p:nvPr/>
        </p:nvSpPr>
        <p:spPr>
          <a:xfrm>
            <a:off x="2159850" y="2928275"/>
            <a:ext cx="824400" cy="491400"/>
          </a:xfrm>
          <a:prstGeom prst="rect">
            <a:avLst/>
          </a:prstGeom>
          <a:noFill/>
          <a:ln>
            <a:noFill/>
          </a:ln>
        </p:spPr>
        <p:txBody>
          <a:bodyPr spcFirstLastPara="1" wrap="square" lIns="91425" tIns="91425" rIns="91425" bIns="91425" anchor="ctr" anchorCtr="0">
            <a:noAutofit/>
          </a:bodyPr>
          <a:lstStyle/>
          <a:p>
            <a:pPr marL="0" lvl="0" indent="0" algn="ctr" rtl="0">
              <a:lnSpc>
                <a:spcPct val="200000"/>
              </a:lnSpc>
              <a:spcBef>
                <a:spcPts val="0"/>
              </a:spcBef>
              <a:spcAft>
                <a:spcPts val="0"/>
              </a:spcAft>
              <a:buNone/>
            </a:pPr>
            <a:r>
              <a:rPr lang="en">
                <a:solidFill>
                  <a:schemeClr val="dk2"/>
                </a:solidFill>
              </a:rPr>
              <a:t>t1 = 35</a:t>
            </a:r>
            <a:endParaRPr>
              <a:solidFill>
                <a:schemeClr val="dk2"/>
              </a:solidFill>
            </a:endParaRPr>
          </a:p>
        </p:txBody>
      </p:sp>
      <p:sp>
        <p:nvSpPr>
          <p:cNvPr id="66" name="Google Shape;66;p15"/>
          <p:cNvSpPr txBox="1"/>
          <p:nvPr/>
        </p:nvSpPr>
        <p:spPr>
          <a:xfrm>
            <a:off x="2984425" y="2928275"/>
            <a:ext cx="484500" cy="491400"/>
          </a:xfrm>
          <a:prstGeom prst="rect">
            <a:avLst/>
          </a:prstGeom>
          <a:noFill/>
          <a:ln>
            <a:noFill/>
          </a:ln>
        </p:spPr>
        <p:txBody>
          <a:bodyPr spcFirstLastPara="1" wrap="square" lIns="91425" tIns="91425" rIns="91425" bIns="91425" anchor="ctr" anchorCtr="0">
            <a:noAutofit/>
          </a:bodyPr>
          <a:lstStyle/>
          <a:p>
            <a:pPr marL="0" lvl="0" indent="0" algn="ctr" rtl="0">
              <a:lnSpc>
                <a:spcPct val="200000"/>
              </a:lnSpc>
              <a:spcBef>
                <a:spcPts val="0"/>
              </a:spcBef>
              <a:spcAft>
                <a:spcPts val="0"/>
              </a:spcAft>
              <a:buNone/>
            </a:pPr>
            <a:r>
              <a:rPr lang="en">
                <a:solidFill>
                  <a:schemeClr val="dk2"/>
                </a:solidFill>
              </a:rPr>
              <a:t>5</a:t>
            </a:r>
            <a:endParaRPr>
              <a:solidFill>
                <a:schemeClr val="dk2"/>
              </a:solidFill>
            </a:endParaRPr>
          </a:p>
        </p:txBody>
      </p:sp>
      <p:sp>
        <p:nvSpPr>
          <p:cNvPr id="67" name="Google Shape;67;p15"/>
          <p:cNvSpPr txBox="1"/>
          <p:nvPr/>
        </p:nvSpPr>
        <p:spPr>
          <a:xfrm>
            <a:off x="3468925" y="2928275"/>
            <a:ext cx="824400" cy="491400"/>
          </a:xfrm>
          <a:prstGeom prst="rect">
            <a:avLst/>
          </a:prstGeom>
          <a:noFill/>
          <a:ln>
            <a:noFill/>
          </a:ln>
        </p:spPr>
        <p:txBody>
          <a:bodyPr spcFirstLastPara="1" wrap="square" lIns="91425" tIns="91425" rIns="91425" bIns="91425" anchor="ctr" anchorCtr="0">
            <a:noAutofit/>
          </a:bodyPr>
          <a:lstStyle/>
          <a:p>
            <a:pPr marL="0" lvl="0" indent="0" algn="ctr" rtl="0">
              <a:lnSpc>
                <a:spcPct val="200000"/>
              </a:lnSpc>
              <a:spcBef>
                <a:spcPts val="0"/>
              </a:spcBef>
              <a:spcAft>
                <a:spcPts val="0"/>
              </a:spcAft>
              <a:buNone/>
            </a:pPr>
            <a:r>
              <a:rPr lang="en">
                <a:solidFill>
                  <a:schemeClr val="dk2"/>
                </a:solidFill>
              </a:rPr>
              <a:t>t2 = 30</a:t>
            </a:r>
            <a:endParaRPr>
              <a:solidFill>
                <a:schemeClr val="dk2"/>
              </a:solidFill>
            </a:endParaRPr>
          </a:p>
        </p:txBody>
      </p:sp>
      <p:sp>
        <p:nvSpPr>
          <p:cNvPr id="68" name="Google Shape;68;p15"/>
          <p:cNvSpPr txBox="1"/>
          <p:nvPr/>
        </p:nvSpPr>
        <p:spPr>
          <a:xfrm>
            <a:off x="4293325" y="2928275"/>
            <a:ext cx="484500" cy="491400"/>
          </a:xfrm>
          <a:prstGeom prst="rect">
            <a:avLst/>
          </a:prstGeom>
          <a:noFill/>
          <a:ln>
            <a:noFill/>
          </a:ln>
        </p:spPr>
        <p:txBody>
          <a:bodyPr spcFirstLastPara="1" wrap="square" lIns="91425" tIns="91425" rIns="91425" bIns="91425" anchor="ctr" anchorCtr="0">
            <a:noAutofit/>
          </a:bodyPr>
          <a:lstStyle/>
          <a:p>
            <a:pPr marL="0" lvl="0" indent="0" algn="ctr" rtl="0">
              <a:lnSpc>
                <a:spcPct val="200000"/>
              </a:lnSpc>
              <a:spcBef>
                <a:spcPts val="0"/>
              </a:spcBef>
              <a:spcAft>
                <a:spcPts val="0"/>
              </a:spcAft>
              <a:buNone/>
            </a:pPr>
            <a:r>
              <a:rPr lang="en">
                <a:solidFill>
                  <a:schemeClr val="dk2"/>
                </a:solidFill>
              </a:rPr>
              <a:t>5</a:t>
            </a:r>
            <a:endParaRPr>
              <a:solidFill>
                <a:schemeClr val="dk2"/>
              </a:solidFill>
            </a:endParaRPr>
          </a:p>
        </p:txBody>
      </p:sp>
      <p:sp>
        <p:nvSpPr>
          <p:cNvPr id="69" name="Google Shape;69;p15"/>
          <p:cNvSpPr txBox="1"/>
          <p:nvPr/>
        </p:nvSpPr>
        <p:spPr>
          <a:xfrm>
            <a:off x="4778000" y="2928275"/>
            <a:ext cx="824400" cy="491400"/>
          </a:xfrm>
          <a:prstGeom prst="rect">
            <a:avLst/>
          </a:prstGeom>
          <a:noFill/>
          <a:ln>
            <a:noFill/>
          </a:ln>
        </p:spPr>
        <p:txBody>
          <a:bodyPr spcFirstLastPara="1" wrap="square" lIns="91425" tIns="91425" rIns="91425" bIns="91425" anchor="ctr" anchorCtr="0">
            <a:noAutofit/>
          </a:bodyPr>
          <a:lstStyle/>
          <a:p>
            <a:pPr marL="0" lvl="0" indent="0" algn="ctr" rtl="0">
              <a:lnSpc>
                <a:spcPct val="200000"/>
              </a:lnSpc>
              <a:spcBef>
                <a:spcPts val="0"/>
              </a:spcBef>
              <a:spcAft>
                <a:spcPts val="0"/>
              </a:spcAft>
              <a:buNone/>
            </a:pPr>
            <a:r>
              <a:rPr lang="en">
                <a:solidFill>
                  <a:schemeClr val="dk2"/>
                </a:solidFill>
              </a:rPr>
              <a:t>t3 = 40</a:t>
            </a:r>
            <a:endParaRPr>
              <a:solidFill>
                <a:schemeClr val="dk2"/>
              </a:solidFill>
            </a:endParaRPr>
          </a:p>
        </p:txBody>
      </p:sp>
      <p:sp>
        <p:nvSpPr>
          <p:cNvPr id="70" name="Google Shape;70;p15"/>
          <p:cNvSpPr txBox="1"/>
          <p:nvPr/>
        </p:nvSpPr>
        <p:spPr>
          <a:xfrm>
            <a:off x="5602225" y="2928275"/>
            <a:ext cx="484500" cy="491400"/>
          </a:xfrm>
          <a:prstGeom prst="rect">
            <a:avLst/>
          </a:prstGeom>
          <a:noFill/>
          <a:ln>
            <a:noFill/>
          </a:ln>
        </p:spPr>
        <p:txBody>
          <a:bodyPr spcFirstLastPara="1" wrap="square" lIns="91425" tIns="91425" rIns="91425" bIns="91425" anchor="ctr" anchorCtr="0">
            <a:noAutofit/>
          </a:bodyPr>
          <a:lstStyle/>
          <a:p>
            <a:pPr marL="0" lvl="0" indent="0" algn="ctr" rtl="0">
              <a:lnSpc>
                <a:spcPct val="200000"/>
              </a:lnSpc>
              <a:spcBef>
                <a:spcPts val="0"/>
              </a:spcBef>
              <a:spcAft>
                <a:spcPts val="0"/>
              </a:spcAft>
              <a:buNone/>
            </a:pPr>
            <a:r>
              <a:rPr lang="en">
                <a:solidFill>
                  <a:schemeClr val="dk2"/>
                </a:solidFill>
              </a:rPr>
              <a:t>5</a:t>
            </a:r>
            <a:endParaRPr>
              <a:solidFill>
                <a:schemeClr val="dk2"/>
              </a:solidFill>
            </a:endParaRPr>
          </a:p>
        </p:txBody>
      </p:sp>
      <p:sp>
        <p:nvSpPr>
          <p:cNvPr id="71" name="Google Shape;71;p15"/>
          <p:cNvSpPr txBox="1"/>
          <p:nvPr/>
        </p:nvSpPr>
        <p:spPr>
          <a:xfrm>
            <a:off x="6087075" y="2928275"/>
            <a:ext cx="824400" cy="491400"/>
          </a:xfrm>
          <a:prstGeom prst="rect">
            <a:avLst/>
          </a:prstGeom>
          <a:noFill/>
          <a:ln>
            <a:noFill/>
          </a:ln>
        </p:spPr>
        <p:txBody>
          <a:bodyPr spcFirstLastPara="1" wrap="square" lIns="91425" tIns="91425" rIns="91425" bIns="91425" anchor="ctr" anchorCtr="0">
            <a:noAutofit/>
          </a:bodyPr>
          <a:lstStyle/>
          <a:p>
            <a:pPr marL="0" lvl="0" indent="0" algn="ctr" rtl="0">
              <a:lnSpc>
                <a:spcPct val="200000"/>
              </a:lnSpc>
              <a:spcBef>
                <a:spcPts val="0"/>
              </a:spcBef>
              <a:spcAft>
                <a:spcPts val="0"/>
              </a:spcAft>
              <a:buNone/>
            </a:pPr>
            <a:r>
              <a:rPr lang="en">
                <a:solidFill>
                  <a:schemeClr val="dk2"/>
                </a:solidFill>
              </a:rPr>
              <a:t>t4 = 45</a:t>
            </a:r>
            <a:endParaRPr>
              <a:solidFill>
                <a:schemeClr val="dk2"/>
              </a:solidFill>
            </a:endParaRPr>
          </a:p>
        </p:txBody>
      </p:sp>
      <p:sp>
        <p:nvSpPr>
          <p:cNvPr id="72" name="Google Shape;72;p15"/>
          <p:cNvSpPr txBox="1"/>
          <p:nvPr/>
        </p:nvSpPr>
        <p:spPr>
          <a:xfrm>
            <a:off x="6911115" y="2928275"/>
            <a:ext cx="484500" cy="491400"/>
          </a:xfrm>
          <a:prstGeom prst="rect">
            <a:avLst/>
          </a:prstGeom>
          <a:noFill/>
          <a:ln>
            <a:noFill/>
          </a:ln>
        </p:spPr>
        <p:txBody>
          <a:bodyPr spcFirstLastPara="1" wrap="square" lIns="91425" tIns="91425" rIns="91425" bIns="91425" anchor="ctr" anchorCtr="0">
            <a:noAutofit/>
          </a:bodyPr>
          <a:lstStyle/>
          <a:p>
            <a:pPr marL="0" lvl="0" indent="0" algn="ctr" rtl="0">
              <a:lnSpc>
                <a:spcPct val="200000"/>
              </a:lnSpc>
              <a:spcBef>
                <a:spcPts val="0"/>
              </a:spcBef>
              <a:spcAft>
                <a:spcPts val="0"/>
              </a:spcAft>
              <a:buNone/>
            </a:pPr>
            <a:r>
              <a:rPr lang="en">
                <a:solidFill>
                  <a:schemeClr val="dk2"/>
                </a:solidFill>
              </a:rPr>
              <a:t>5</a:t>
            </a:r>
            <a:endParaRPr>
              <a:solidFill>
                <a:schemeClr val="dk2"/>
              </a:solidFill>
            </a:endParaRPr>
          </a:p>
        </p:txBody>
      </p:sp>
      <p:sp>
        <p:nvSpPr>
          <p:cNvPr id="73" name="Google Shape;73;p15"/>
          <p:cNvSpPr/>
          <p:nvPr/>
        </p:nvSpPr>
        <p:spPr>
          <a:xfrm>
            <a:off x="2984425" y="3419675"/>
            <a:ext cx="484500" cy="955500"/>
          </a:xfrm>
          <a:prstGeom prst="upArrow">
            <a:avLst>
              <a:gd name="adj1" fmla="val 50000"/>
              <a:gd name="adj2" fmla="val 50000"/>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800"/>
              <a:t>delay</a:t>
            </a:r>
            <a:endParaRPr sz="800"/>
          </a:p>
        </p:txBody>
      </p:sp>
      <p:sp>
        <p:nvSpPr>
          <p:cNvPr id="74" name="Google Shape;74;p15"/>
          <p:cNvSpPr/>
          <p:nvPr/>
        </p:nvSpPr>
        <p:spPr>
          <a:xfrm>
            <a:off x="4293325" y="3419675"/>
            <a:ext cx="484500" cy="955500"/>
          </a:xfrm>
          <a:prstGeom prst="upArrow">
            <a:avLst>
              <a:gd name="adj1" fmla="val 50000"/>
              <a:gd name="adj2" fmla="val 50000"/>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800"/>
              <a:t>delay</a:t>
            </a:r>
            <a:endParaRPr sz="800"/>
          </a:p>
        </p:txBody>
      </p:sp>
      <p:sp>
        <p:nvSpPr>
          <p:cNvPr id="75" name="Google Shape;75;p15"/>
          <p:cNvSpPr/>
          <p:nvPr/>
        </p:nvSpPr>
        <p:spPr>
          <a:xfrm>
            <a:off x="5602225" y="3419675"/>
            <a:ext cx="484500" cy="955500"/>
          </a:xfrm>
          <a:prstGeom prst="upArrow">
            <a:avLst>
              <a:gd name="adj1" fmla="val 50000"/>
              <a:gd name="adj2" fmla="val 50000"/>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800"/>
              <a:t>delay</a:t>
            </a:r>
            <a:endParaRPr sz="800"/>
          </a:p>
        </p:txBody>
      </p:sp>
      <p:sp>
        <p:nvSpPr>
          <p:cNvPr id="76" name="Google Shape;76;p15"/>
          <p:cNvSpPr/>
          <p:nvPr/>
        </p:nvSpPr>
        <p:spPr>
          <a:xfrm>
            <a:off x="6911125" y="3419675"/>
            <a:ext cx="484500" cy="955500"/>
          </a:xfrm>
          <a:prstGeom prst="upArrow">
            <a:avLst>
              <a:gd name="adj1" fmla="val 50000"/>
              <a:gd name="adj2" fmla="val 50000"/>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800"/>
              <a:t>delay</a:t>
            </a:r>
            <a:endParaRPr sz="80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80"/>
        <p:cNvGrpSpPr/>
        <p:nvPr/>
      </p:nvGrpSpPr>
      <p:grpSpPr>
        <a:xfrm>
          <a:off x="0" y="0"/>
          <a:ext cx="0" cy="0"/>
          <a:chOff x="0" y="0"/>
          <a:chExt cx="0" cy="0"/>
        </a:xfrm>
      </p:grpSpPr>
      <p:sp>
        <p:nvSpPr>
          <p:cNvPr id="81" name="Google Shape;81;p16"/>
          <p:cNvSpPr txBox="1">
            <a:spLocks noGrp="1"/>
          </p:cNvSpPr>
          <p:nvPr>
            <p:ph type="body" idx="1"/>
          </p:nvPr>
        </p:nvSpPr>
        <p:spPr>
          <a:xfrm>
            <a:off x="311700" y="302825"/>
            <a:ext cx="8520600" cy="2424600"/>
          </a:xfrm>
          <a:prstGeom prst="rect">
            <a:avLst/>
          </a:prstGeom>
        </p:spPr>
        <p:txBody>
          <a:bodyPr spcFirstLastPara="1" wrap="square" lIns="91425" tIns="91425" rIns="91425" bIns="91425" anchor="t" anchorCtr="0">
            <a:normAutofit lnSpcReduction="10000"/>
          </a:bodyPr>
          <a:lstStyle/>
          <a:p>
            <a:pPr marL="0" lvl="0" indent="0" algn="l" rtl="0">
              <a:spcBef>
                <a:spcPts val="0"/>
              </a:spcBef>
              <a:spcAft>
                <a:spcPts val="0"/>
              </a:spcAft>
              <a:buClr>
                <a:schemeClr val="dk1"/>
              </a:buClr>
              <a:buSzPts val="1100"/>
              <a:buFont typeface="Arial"/>
              <a:buNone/>
            </a:pPr>
            <a:r>
              <a:rPr lang="en" sz="1400" b="1">
                <a:solidFill>
                  <a:srgbClr val="1B1C1D"/>
                </a:solidFill>
              </a:rPr>
              <a:t>Pipeline Cycle Time:</a:t>
            </a:r>
            <a:r>
              <a:rPr lang="en" sz="1400">
                <a:solidFill>
                  <a:srgbClr val="1B1C1D"/>
                </a:solidFill>
              </a:rPr>
              <a:t> The cycle time is based on the slowest segment (45 ns) plus the register delay (5 ns), resulting in a (</a:t>
            </a:r>
            <a:r>
              <a:rPr lang="en" sz="1400" b="1">
                <a:solidFill>
                  <a:srgbClr val="1B1C1D"/>
                </a:solidFill>
              </a:rPr>
              <a:t>45ns+5ns)50ns</a:t>
            </a:r>
            <a:r>
              <a:rPr lang="en" sz="1400">
                <a:solidFill>
                  <a:srgbClr val="1B1C1D"/>
                </a:solidFill>
              </a:rPr>
              <a:t> cycle.</a:t>
            </a:r>
            <a:endParaRPr sz="1400">
              <a:solidFill>
                <a:srgbClr val="1B1C1D"/>
              </a:solidFill>
            </a:endParaRPr>
          </a:p>
          <a:p>
            <a:pPr marL="0" lvl="0" indent="0" algn="l" rtl="0">
              <a:spcBef>
                <a:spcPts val="1800"/>
              </a:spcBef>
              <a:spcAft>
                <a:spcPts val="0"/>
              </a:spcAft>
              <a:buClr>
                <a:schemeClr val="dk1"/>
              </a:buClr>
              <a:buSzPts val="1100"/>
              <a:buFont typeface="Arial"/>
              <a:buNone/>
            </a:pPr>
            <a:r>
              <a:rPr lang="en" sz="1400" b="1">
                <a:solidFill>
                  <a:srgbClr val="1B1C1D"/>
                </a:solidFill>
              </a:rPr>
              <a:t>Total Cycles Needed:</a:t>
            </a:r>
            <a:r>
              <a:rPr lang="en" sz="1400">
                <a:solidFill>
                  <a:srgbClr val="1B1C1D"/>
                </a:solidFill>
              </a:rPr>
              <a:t> For 100 instructions in a 4-segment pipeline, the total cycles are </a:t>
            </a:r>
            <a:br>
              <a:rPr lang="en" sz="1400">
                <a:solidFill>
                  <a:srgbClr val="1B1C1D"/>
                </a:solidFill>
              </a:rPr>
            </a:br>
            <a:r>
              <a:rPr lang="en" sz="1400">
                <a:solidFill>
                  <a:srgbClr val="1B1C1D"/>
                </a:solidFill>
              </a:rPr>
              <a:t>k+(n−1) = 4+(100−1)=103 cycles.</a:t>
            </a:r>
            <a:endParaRPr sz="1400">
              <a:solidFill>
                <a:srgbClr val="1B1C1D"/>
              </a:solidFill>
            </a:endParaRPr>
          </a:p>
          <a:p>
            <a:pPr marL="0" lvl="0" indent="0" algn="l" rtl="0">
              <a:spcBef>
                <a:spcPts val="1800"/>
              </a:spcBef>
              <a:spcAft>
                <a:spcPts val="0"/>
              </a:spcAft>
              <a:buClr>
                <a:schemeClr val="dk1"/>
              </a:buClr>
              <a:buSzPts val="1100"/>
              <a:buFont typeface="Arial"/>
              <a:buNone/>
            </a:pPr>
            <a:r>
              <a:rPr lang="en" sz="1400" b="1">
                <a:solidFill>
                  <a:srgbClr val="1B1C1D"/>
                </a:solidFill>
              </a:rPr>
              <a:t>Total Execution Time:</a:t>
            </a:r>
            <a:r>
              <a:rPr lang="en" sz="1400">
                <a:solidFill>
                  <a:srgbClr val="1B1C1D"/>
                </a:solidFill>
              </a:rPr>
              <a:t> 103 cycles×50 ns/cycle=5150 ns.</a:t>
            </a:r>
            <a:endParaRPr sz="1400">
              <a:solidFill>
                <a:srgbClr val="1B1C1D"/>
              </a:solidFill>
            </a:endParaRPr>
          </a:p>
          <a:p>
            <a:pPr marL="0" lvl="0" indent="0" algn="l" rtl="0">
              <a:spcBef>
                <a:spcPts val="1800"/>
              </a:spcBef>
              <a:spcAft>
                <a:spcPts val="1200"/>
              </a:spcAft>
              <a:buClr>
                <a:schemeClr val="dk1"/>
              </a:buClr>
              <a:buSzPts val="1100"/>
              <a:buFont typeface="Arial"/>
              <a:buNone/>
            </a:pPr>
            <a:r>
              <a:rPr lang="en" sz="1400">
                <a:solidFill>
                  <a:schemeClr val="dk1"/>
                </a:solidFill>
              </a:rPr>
              <a:t>So it takes 5150 ns to complete 100 instructions in pipeline.</a:t>
            </a:r>
            <a:endParaRPr/>
          </a:p>
        </p:txBody>
      </p:sp>
      <p:graphicFrame>
        <p:nvGraphicFramePr>
          <p:cNvPr id="82" name="Google Shape;82;p16"/>
          <p:cNvGraphicFramePr/>
          <p:nvPr/>
        </p:nvGraphicFramePr>
        <p:xfrm>
          <a:off x="952450" y="2848808"/>
          <a:ext cx="7239100" cy="1981050"/>
        </p:xfrm>
        <a:graphic>
          <a:graphicData uri="http://schemas.openxmlformats.org/drawingml/2006/table">
            <a:tbl>
              <a:tblPr>
                <a:noFill/>
                <a:tableStyleId>{DDE15ECB-2B40-4FA0-9F4C-C3E28599D91B}</a:tableStyleId>
              </a:tblPr>
              <a:tblGrid>
                <a:gridCol w="658100">
                  <a:extLst>
                    <a:ext uri="{9D8B030D-6E8A-4147-A177-3AD203B41FA5}">
                      <a16:colId xmlns:a16="http://schemas.microsoft.com/office/drawing/2014/main" val="20000"/>
                    </a:ext>
                  </a:extLst>
                </a:gridCol>
                <a:gridCol w="658100">
                  <a:extLst>
                    <a:ext uri="{9D8B030D-6E8A-4147-A177-3AD203B41FA5}">
                      <a16:colId xmlns:a16="http://schemas.microsoft.com/office/drawing/2014/main" val="20001"/>
                    </a:ext>
                  </a:extLst>
                </a:gridCol>
                <a:gridCol w="658100">
                  <a:extLst>
                    <a:ext uri="{9D8B030D-6E8A-4147-A177-3AD203B41FA5}">
                      <a16:colId xmlns:a16="http://schemas.microsoft.com/office/drawing/2014/main" val="20002"/>
                    </a:ext>
                  </a:extLst>
                </a:gridCol>
                <a:gridCol w="658100">
                  <a:extLst>
                    <a:ext uri="{9D8B030D-6E8A-4147-A177-3AD203B41FA5}">
                      <a16:colId xmlns:a16="http://schemas.microsoft.com/office/drawing/2014/main" val="20003"/>
                    </a:ext>
                  </a:extLst>
                </a:gridCol>
                <a:gridCol w="658100">
                  <a:extLst>
                    <a:ext uri="{9D8B030D-6E8A-4147-A177-3AD203B41FA5}">
                      <a16:colId xmlns:a16="http://schemas.microsoft.com/office/drawing/2014/main" val="20004"/>
                    </a:ext>
                  </a:extLst>
                </a:gridCol>
                <a:gridCol w="658100">
                  <a:extLst>
                    <a:ext uri="{9D8B030D-6E8A-4147-A177-3AD203B41FA5}">
                      <a16:colId xmlns:a16="http://schemas.microsoft.com/office/drawing/2014/main" val="20005"/>
                    </a:ext>
                  </a:extLst>
                </a:gridCol>
                <a:gridCol w="658100">
                  <a:extLst>
                    <a:ext uri="{9D8B030D-6E8A-4147-A177-3AD203B41FA5}">
                      <a16:colId xmlns:a16="http://schemas.microsoft.com/office/drawing/2014/main" val="20006"/>
                    </a:ext>
                  </a:extLst>
                </a:gridCol>
                <a:gridCol w="658100">
                  <a:extLst>
                    <a:ext uri="{9D8B030D-6E8A-4147-A177-3AD203B41FA5}">
                      <a16:colId xmlns:a16="http://schemas.microsoft.com/office/drawing/2014/main" val="20007"/>
                    </a:ext>
                  </a:extLst>
                </a:gridCol>
                <a:gridCol w="658100">
                  <a:extLst>
                    <a:ext uri="{9D8B030D-6E8A-4147-A177-3AD203B41FA5}">
                      <a16:colId xmlns:a16="http://schemas.microsoft.com/office/drawing/2014/main" val="20008"/>
                    </a:ext>
                  </a:extLst>
                </a:gridCol>
                <a:gridCol w="658100">
                  <a:extLst>
                    <a:ext uri="{9D8B030D-6E8A-4147-A177-3AD203B41FA5}">
                      <a16:colId xmlns:a16="http://schemas.microsoft.com/office/drawing/2014/main" val="20009"/>
                    </a:ext>
                  </a:extLst>
                </a:gridCol>
                <a:gridCol w="658100">
                  <a:extLst>
                    <a:ext uri="{9D8B030D-6E8A-4147-A177-3AD203B41FA5}">
                      <a16:colId xmlns:a16="http://schemas.microsoft.com/office/drawing/2014/main" val="20010"/>
                    </a:ext>
                  </a:extLst>
                </a:gridCol>
              </a:tblGrid>
              <a:tr h="381000">
                <a:tc>
                  <a:txBody>
                    <a:bodyPr/>
                    <a:lstStyle/>
                    <a:p>
                      <a:pPr marL="0" lvl="0" indent="0" algn="l" rtl="0">
                        <a:spcBef>
                          <a:spcPts val="0"/>
                        </a:spcBef>
                        <a:spcAft>
                          <a:spcPts val="0"/>
                        </a:spcAft>
                        <a:buNone/>
                      </a:pPr>
                      <a:r>
                        <a:rPr lang="en"/>
                        <a:t>Ins</a:t>
                      </a:r>
                      <a:endParaRPr/>
                    </a:p>
                  </a:txBody>
                  <a:tcPr marL="91425" marR="91425" marT="91425" marB="91425"/>
                </a:tc>
                <a:tc>
                  <a:txBody>
                    <a:bodyPr/>
                    <a:lstStyle/>
                    <a:p>
                      <a:pPr marL="0" lvl="0" indent="0" algn="l" rtl="0">
                        <a:spcBef>
                          <a:spcPts val="0"/>
                        </a:spcBef>
                        <a:spcAft>
                          <a:spcPts val="0"/>
                        </a:spcAft>
                        <a:buNone/>
                      </a:pPr>
                      <a:r>
                        <a:rPr lang="en"/>
                        <a:t>1</a:t>
                      </a:r>
                      <a:endParaRPr/>
                    </a:p>
                  </a:txBody>
                  <a:tcPr marL="91425" marR="91425" marT="91425" marB="91425"/>
                </a:tc>
                <a:tc>
                  <a:txBody>
                    <a:bodyPr/>
                    <a:lstStyle/>
                    <a:p>
                      <a:pPr marL="0" lvl="0" indent="0" algn="l" rtl="0">
                        <a:spcBef>
                          <a:spcPts val="0"/>
                        </a:spcBef>
                        <a:spcAft>
                          <a:spcPts val="0"/>
                        </a:spcAft>
                        <a:buNone/>
                      </a:pPr>
                      <a:r>
                        <a:rPr lang="en"/>
                        <a:t>2</a:t>
                      </a:r>
                      <a:endParaRPr/>
                    </a:p>
                  </a:txBody>
                  <a:tcPr marL="91425" marR="91425" marT="91425" marB="91425"/>
                </a:tc>
                <a:tc>
                  <a:txBody>
                    <a:bodyPr/>
                    <a:lstStyle/>
                    <a:p>
                      <a:pPr marL="0" lvl="0" indent="0" algn="l" rtl="0">
                        <a:spcBef>
                          <a:spcPts val="0"/>
                        </a:spcBef>
                        <a:spcAft>
                          <a:spcPts val="0"/>
                        </a:spcAft>
                        <a:buNone/>
                      </a:pPr>
                      <a:r>
                        <a:rPr lang="en"/>
                        <a:t>3</a:t>
                      </a:r>
                      <a:endParaRPr/>
                    </a:p>
                  </a:txBody>
                  <a:tcPr marL="91425" marR="91425" marT="91425" marB="91425"/>
                </a:tc>
                <a:tc>
                  <a:txBody>
                    <a:bodyPr/>
                    <a:lstStyle/>
                    <a:p>
                      <a:pPr marL="0" lvl="0" indent="0" algn="l" rtl="0">
                        <a:spcBef>
                          <a:spcPts val="0"/>
                        </a:spcBef>
                        <a:spcAft>
                          <a:spcPts val="0"/>
                        </a:spcAft>
                        <a:buNone/>
                      </a:pPr>
                      <a:r>
                        <a:rPr lang="en"/>
                        <a:t>4</a:t>
                      </a:r>
                      <a:endParaRPr/>
                    </a:p>
                  </a:txBody>
                  <a:tcPr marL="91425" marR="91425" marT="91425" marB="91425"/>
                </a:tc>
                <a:tc>
                  <a:txBody>
                    <a:bodyPr/>
                    <a:lstStyle/>
                    <a:p>
                      <a:pPr marL="0" lvl="0" indent="0" algn="l" rtl="0">
                        <a:spcBef>
                          <a:spcPts val="0"/>
                        </a:spcBef>
                        <a:spcAft>
                          <a:spcPts val="0"/>
                        </a:spcAft>
                        <a:buNone/>
                      </a:pPr>
                      <a:r>
                        <a:rPr lang="en"/>
                        <a:t>5</a:t>
                      </a:r>
                      <a:endParaRPr/>
                    </a:p>
                  </a:txBody>
                  <a:tcPr marL="91425" marR="91425" marT="91425" marB="91425"/>
                </a:tc>
                <a:tc>
                  <a:txBody>
                    <a:bodyPr/>
                    <a:lstStyle/>
                    <a:p>
                      <a:pPr marL="0" lvl="0" indent="0" algn="l" rtl="0">
                        <a:spcBef>
                          <a:spcPts val="0"/>
                        </a:spcBef>
                        <a:spcAft>
                          <a:spcPts val="0"/>
                        </a:spcAft>
                        <a:buNone/>
                      </a:pPr>
                      <a:r>
                        <a:rPr lang="en"/>
                        <a:t>6</a:t>
                      </a:r>
                      <a:endParaRPr/>
                    </a:p>
                  </a:txBody>
                  <a:tcPr marL="91425" marR="91425" marT="91425" marB="91425"/>
                </a:tc>
                <a:tc>
                  <a:txBody>
                    <a:bodyPr/>
                    <a:lstStyle/>
                    <a:p>
                      <a:pPr marL="0" lvl="0" indent="0" algn="l" rtl="0">
                        <a:spcBef>
                          <a:spcPts val="0"/>
                        </a:spcBef>
                        <a:spcAft>
                          <a:spcPts val="0"/>
                        </a:spcAft>
                        <a:buNone/>
                      </a:pPr>
                      <a:r>
                        <a:rPr lang="en"/>
                        <a:t>7</a:t>
                      </a:r>
                      <a:endParaRPr/>
                    </a:p>
                  </a:txBody>
                  <a:tcPr marL="91425" marR="91425" marT="91425" marB="91425"/>
                </a:tc>
                <a:tc>
                  <a:txBody>
                    <a:bodyPr/>
                    <a:lstStyle/>
                    <a:p>
                      <a:pPr marL="0" lvl="0" indent="0" algn="l" rtl="0">
                        <a:spcBef>
                          <a:spcPts val="0"/>
                        </a:spcBef>
                        <a:spcAft>
                          <a:spcPts val="0"/>
                        </a:spcAft>
                        <a:buNone/>
                      </a:pPr>
                      <a:r>
                        <a:rPr lang="en"/>
                        <a:t>8</a:t>
                      </a:r>
                      <a:endParaRPr/>
                    </a:p>
                  </a:txBody>
                  <a:tcPr marL="91425" marR="91425" marT="91425" marB="91425"/>
                </a:tc>
                <a:tc>
                  <a:txBody>
                    <a:bodyPr/>
                    <a:lstStyle/>
                    <a:p>
                      <a:pPr marL="0" lvl="0" indent="0" algn="l" rtl="0">
                        <a:spcBef>
                          <a:spcPts val="0"/>
                        </a:spcBef>
                        <a:spcAft>
                          <a:spcPts val="0"/>
                        </a:spcAft>
                        <a:buNone/>
                      </a:pPr>
                      <a:r>
                        <a:rPr lang="en"/>
                        <a:t>9</a:t>
                      </a:r>
                      <a:endParaRPr/>
                    </a:p>
                  </a:txBody>
                  <a:tcPr marL="91425" marR="91425" marT="91425" marB="91425"/>
                </a:tc>
                <a:tc>
                  <a:txBody>
                    <a:bodyPr/>
                    <a:lstStyle/>
                    <a:p>
                      <a:pPr marL="0" lvl="0" indent="0" algn="l" rtl="0">
                        <a:spcBef>
                          <a:spcPts val="0"/>
                        </a:spcBef>
                        <a:spcAft>
                          <a:spcPts val="0"/>
                        </a:spcAft>
                        <a:buNone/>
                      </a:pPr>
                      <a:r>
                        <a:rPr lang="en"/>
                        <a:t>10</a:t>
                      </a:r>
                      <a:endParaRPr/>
                    </a:p>
                  </a:txBody>
                  <a:tcPr marL="91425" marR="91425" marT="91425" marB="91425"/>
                </a:tc>
                <a:extLst>
                  <a:ext uri="{0D108BD9-81ED-4DB2-BD59-A6C34878D82A}">
                    <a16:rowId xmlns:a16="http://schemas.microsoft.com/office/drawing/2014/main" val="10000"/>
                  </a:ext>
                </a:extLst>
              </a:tr>
              <a:tr h="381000">
                <a:tc>
                  <a:txBody>
                    <a:bodyPr/>
                    <a:lstStyle/>
                    <a:p>
                      <a:pPr marL="0" lvl="0" indent="0" algn="l" rtl="0">
                        <a:spcBef>
                          <a:spcPts val="0"/>
                        </a:spcBef>
                        <a:spcAft>
                          <a:spcPts val="0"/>
                        </a:spcAft>
                        <a:buNone/>
                      </a:pPr>
                      <a:r>
                        <a:rPr lang="en"/>
                        <a:t>1</a:t>
                      </a:r>
                      <a:endParaRPr/>
                    </a:p>
                  </a:txBody>
                  <a:tcPr marL="91425" marR="91425" marT="91425" marB="91425"/>
                </a:tc>
                <a:tc>
                  <a:txBody>
                    <a:bodyPr/>
                    <a:lstStyle/>
                    <a:p>
                      <a:pPr marL="0" lvl="0" indent="0" algn="l" rtl="0">
                        <a:spcBef>
                          <a:spcPts val="0"/>
                        </a:spcBef>
                        <a:spcAft>
                          <a:spcPts val="0"/>
                        </a:spcAft>
                        <a:buNone/>
                      </a:pPr>
                      <a:r>
                        <a:rPr lang="en"/>
                        <a:t>S1</a:t>
                      </a:r>
                      <a:endParaRPr/>
                    </a:p>
                  </a:txBody>
                  <a:tcPr marL="91425" marR="91425" marT="91425" marB="91425"/>
                </a:tc>
                <a:tc>
                  <a:txBody>
                    <a:bodyPr/>
                    <a:lstStyle/>
                    <a:p>
                      <a:pPr marL="0" lvl="0" indent="0" algn="l" rtl="0">
                        <a:spcBef>
                          <a:spcPts val="0"/>
                        </a:spcBef>
                        <a:spcAft>
                          <a:spcPts val="0"/>
                        </a:spcAft>
                        <a:buNone/>
                      </a:pPr>
                      <a:r>
                        <a:rPr lang="en"/>
                        <a:t>S2</a:t>
                      </a:r>
                      <a:endParaRPr/>
                    </a:p>
                  </a:txBody>
                  <a:tcPr marL="91425" marR="91425" marT="91425" marB="91425"/>
                </a:tc>
                <a:tc>
                  <a:txBody>
                    <a:bodyPr/>
                    <a:lstStyle/>
                    <a:p>
                      <a:pPr marL="0" lvl="0" indent="0" algn="l" rtl="0">
                        <a:spcBef>
                          <a:spcPts val="0"/>
                        </a:spcBef>
                        <a:spcAft>
                          <a:spcPts val="0"/>
                        </a:spcAft>
                        <a:buNone/>
                      </a:pPr>
                      <a:r>
                        <a:rPr lang="en"/>
                        <a:t>S3</a:t>
                      </a:r>
                      <a:endParaRPr/>
                    </a:p>
                  </a:txBody>
                  <a:tcPr marL="91425" marR="91425" marT="91425" marB="91425"/>
                </a:tc>
                <a:tc>
                  <a:txBody>
                    <a:bodyPr/>
                    <a:lstStyle/>
                    <a:p>
                      <a:pPr marL="0" lvl="0" indent="0" algn="l" rtl="0">
                        <a:spcBef>
                          <a:spcPts val="0"/>
                        </a:spcBef>
                        <a:spcAft>
                          <a:spcPts val="0"/>
                        </a:spcAft>
                        <a:buNone/>
                      </a:pPr>
                      <a:r>
                        <a:rPr lang="en"/>
                        <a:t>S4</a:t>
                      </a:r>
                      <a:endParaRPr/>
                    </a:p>
                  </a:txBody>
                  <a:tcPr marL="91425" marR="91425" marT="91425" marB="91425"/>
                </a:tc>
                <a:tc>
                  <a:txBody>
                    <a:bodyPr/>
                    <a:lstStyle/>
                    <a:p>
                      <a:pPr marL="0" lvl="0" indent="0" algn="l" rtl="0">
                        <a:spcBef>
                          <a:spcPts val="0"/>
                        </a:spcBef>
                        <a:spcAft>
                          <a:spcPts val="0"/>
                        </a:spcAft>
                        <a:buNone/>
                      </a:pPr>
                      <a:endParaRPr/>
                    </a:p>
                  </a:txBody>
                  <a:tcPr marL="91425" marR="91425" marT="91425" marB="91425"/>
                </a:tc>
                <a:tc>
                  <a:txBody>
                    <a:bodyPr/>
                    <a:lstStyle/>
                    <a:p>
                      <a:pPr marL="0" lvl="0" indent="0" algn="l" rtl="0">
                        <a:spcBef>
                          <a:spcPts val="0"/>
                        </a:spcBef>
                        <a:spcAft>
                          <a:spcPts val="0"/>
                        </a:spcAft>
                        <a:buNone/>
                      </a:pPr>
                      <a:endParaRPr/>
                    </a:p>
                  </a:txBody>
                  <a:tcPr marL="91425" marR="91425" marT="91425" marB="91425"/>
                </a:tc>
                <a:tc>
                  <a:txBody>
                    <a:bodyPr/>
                    <a:lstStyle/>
                    <a:p>
                      <a:pPr marL="0" lvl="0" indent="0" algn="l" rtl="0">
                        <a:spcBef>
                          <a:spcPts val="0"/>
                        </a:spcBef>
                        <a:spcAft>
                          <a:spcPts val="0"/>
                        </a:spcAft>
                        <a:buNone/>
                      </a:pPr>
                      <a:endParaRPr/>
                    </a:p>
                  </a:txBody>
                  <a:tcPr marL="91425" marR="91425" marT="91425" marB="91425"/>
                </a:tc>
                <a:tc>
                  <a:txBody>
                    <a:bodyPr/>
                    <a:lstStyle/>
                    <a:p>
                      <a:pPr marL="0" lvl="0" indent="0" algn="l" rtl="0">
                        <a:spcBef>
                          <a:spcPts val="0"/>
                        </a:spcBef>
                        <a:spcAft>
                          <a:spcPts val="0"/>
                        </a:spcAft>
                        <a:buNone/>
                      </a:pPr>
                      <a:endParaRPr/>
                    </a:p>
                  </a:txBody>
                  <a:tcPr marL="91425" marR="91425" marT="91425" marB="91425"/>
                </a:tc>
                <a:tc>
                  <a:txBody>
                    <a:bodyPr/>
                    <a:lstStyle/>
                    <a:p>
                      <a:pPr marL="0" lvl="0" indent="0" algn="l" rtl="0">
                        <a:spcBef>
                          <a:spcPts val="0"/>
                        </a:spcBef>
                        <a:spcAft>
                          <a:spcPts val="0"/>
                        </a:spcAft>
                        <a:buNone/>
                      </a:pPr>
                      <a:endParaRPr/>
                    </a:p>
                  </a:txBody>
                  <a:tcPr marL="91425" marR="91425" marT="91425" marB="91425"/>
                </a:tc>
                <a:tc>
                  <a:txBody>
                    <a:bodyPr/>
                    <a:lstStyle/>
                    <a:p>
                      <a:pPr marL="0" lvl="0" indent="0" algn="l" rtl="0">
                        <a:spcBef>
                          <a:spcPts val="0"/>
                        </a:spcBef>
                        <a:spcAft>
                          <a:spcPts val="0"/>
                        </a:spcAft>
                        <a:buNone/>
                      </a:pPr>
                      <a:endParaRPr/>
                    </a:p>
                  </a:txBody>
                  <a:tcPr marL="91425" marR="91425" marT="91425" marB="91425"/>
                </a:tc>
                <a:extLst>
                  <a:ext uri="{0D108BD9-81ED-4DB2-BD59-A6C34878D82A}">
                    <a16:rowId xmlns:a16="http://schemas.microsoft.com/office/drawing/2014/main" val="10001"/>
                  </a:ext>
                </a:extLst>
              </a:tr>
              <a:tr h="381000">
                <a:tc>
                  <a:txBody>
                    <a:bodyPr/>
                    <a:lstStyle/>
                    <a:p>
                      <a:pPr marL="0" lvl="0" indent="0" algn="l" rtl="0">
                        <a:spcBef>
                          <a:spcPts val="0"/>
                        </a:spcBef>
                        <a:spcAft>
                          <a:spcPts val="0"/>
                        </a:spcAft>
                        <a:buNone/>
                      </a:pPr>
                      <a:r>
                        <a:rPr lang="en"/>
                        <a:t>2</a:t>
                      </a:r>
                      <a:endParaRPr/>
                    </a:p>
                  </a:txBody>
                  <a:tcPr marL="91425" marR="91425" marT="91425" marB="91425"/>
                </a:tc>
                <a:tc>
                  <a:txBody>
                    <a:bodyPr/>
                    <a:lstStyle/>
                    <a:p>
                      <a:pPr marL="0" lvl="0" indent="0" algn="l" rtl="0">
                        <a:spcBef>
                          <a:spcPts val="0"/>
                        </a:spcBef>
                        <a:spcAft>
                          <a:spcPts val="0"/>
                        </a:spcAft>
                        <a:buNone/>
                      </a:pPr>
                      <a:endParaRPr/>
                    </a:p>
                  </a:txBody>
                  <a:tcPr marL="91425" marR="91425" marT="91425" marB="91425"/>
                </a:tc>
                <a:tc>
                  <a:txBody>
                    <a:bodyPr/>
                    <a:lstStyle/>
                    <a:p>
                      <a:pPr marL="0" lvl="0" indent="0" algn="l" rtl="0">
                        <a:spcBef>
                          <a:spcPts val="0"/>
                        </a:spcBef>
                        <a:spcAft>
                          <a:spcPts val="0"/>
                        </a:spcAft>
                        <a:buNone/>
                      </a:pPr>
                      <a:r>
                        <a:rPr lang="en"/>
                        <a:t>S1</a:t>
                      </a:r>
                      <a:endParaRPr/>
                    </a:p>
                  </a:txBody>
                  <a:tcPr marL="91425" marR="91425" marT="91425" marB="91425"/>
                </a:tc>
                <a:tc>
                  <a:txBody>
                    <a:bodyPr/>
                    <a:lstStyle/>
                    <a:p>
                      <a:pPr marL="0" lvl="0" indent="0" algn="l" rtl="0">
                        <a:spcBef>
                          <a:spcPts val="0"/>
                        </a:spcBef>
                        <a:spcAft>
                          <a:spcPts val="0"/>
                        </a:spcAft>
                        <a:buNone/>
                      </a:pPr>
                      <a:r>
                        <a:rPr lang="en"/>
                        <a:t>S2</a:t>
                      </a:r>
                      <a:endParaRPr/>
                    </a:p>
                  </a:txBody>
                  <a:tcPr marL="91425" marR="91425" marT="91425" marB="91425"/>
                </a:tc>
                <a:tc>
                  <a:txBody>
                    <a:bodyPr/>
                    <a:lstStyle/>
                    <a:p>
                      <a:pPr marL="0" lvl="0" indent="0" algn="l" rtl="0">
                        <a:spcBef>
                          <a:spcPts val="0"/>
                        </a:spcBef>
                        <a:spcAft>
                          <a:spcPts val="0"/>
                        </a:spcAft>
                        <a:buNone/>
                      </a:pPr>
                      <a:r>
                        <a:rPr lang="en"/>
                        <a:t>S3</a:t>
                      </a:r>
                      <a:endParaRPr/>
                    </a:p>
                  </a:txBody>
                  <a:tcPr marL="91425" marR="91425" marT="91425" marB="91425"/>
                </a:tc>
                <a:tc>
                  <a:txBody>
                    <a:bodyPr/>
                    <a:lstStyle/>
                    <a:p>
                      <a:pPr marL="0" lvl="0" indent="0" algn="l" rtl="0">
                        <a:spcBef>
                          <a:spcPts val="0"/>
                        </a:spcBef>
                        <a:spcAft>
                          <a:spcPts val="0"/>
                        </a:spcAft>
                        <a:buNone/>
                      </a:pPr>
                      <a:r>
                        <a:rPr lang="en"/>
                        <a:t>S4</a:t>
                      </a:r>
                      <a:endParaRPr/>
                    </a:p>
                  </a:txBody>
                  <a:tcPr marL="91425" marR="91425" marT="91425" marB="91425"/>
                </a:tc>
                <a:tc>
                  <a:txBody>
                    <a:bodyPr/>
                    <a:lstStyle/>
                    <a:p>
                      <a:pPr marL="0" lvl="0" indent="0" algn="l" rtl="0">
                        <a:spcBef>
                          <a:spcPts val="0"/>
                        </a:spcBef>
                        <a:spcAft>
                          <a:spcPts val="0"/>
                        </a:spcAft>
                        <a:buNone/>
                      </a:pPr>
                      <a:endParaRPr/>
                    </a:p>
                  </a:txBody>
                  <a:tcPr marL="91425" marR="91425" marT="91425" marB="91425"/>
                </a:tc>
                <a:tc>
                  <a:txBody>
                    <a:bodyPr/>
                    <a:lstStyle/>
                    <a:p>
                      <a:pPr marL="0" lvl="0" indent="0" algn="l" rtl="0">
                        <a:spcBef>
                          <a:spcPts val="0"/>
                        </a:spcBef>
                        <a:spcAft>
                          <a:spcPts val="0"/>
                        </a:spcAft>
                        <a:buNone/>
                      </a:pPr>
                      <a:endParaRPr/>
                    </a:p>
                  </a:txBody>
                  <a:tcPr marL="91425" marR="91425" marT="91425" marB="91425"/>
                </a:tc>
                <a:tc>
                  <a:txBody>
                    <a:bodyPr/>
                    <a:lstStyle/>
                    <a:p>
                      <a:pPr marL="0" lvl="0" indent="0" algn="l" rtl="0">
                        <a:spcBef>
                          <a:spcPts val="0"/>
                        </a:spcBef>
                        <a:spcAft>
                          <a:spcPts val="0"/>
                        </a:spcAft>
                        <a:buNone/>
                      </a:pPr>
                      <a:endParaRPr/>
                    </a:p>
                  </a:txBody>
                  <a:tcPr marL="91425" marR="91425" marT="91425" marB="91425"/>
                </a:tc>
                <a:tc>
                  <a:txBody>
                    <a:bodyPr/>
                    <a:lstStyle/>
                    <a:p>
                      <a:pPr marL="0" lvl="0" indent="0" algn="l" rtl="0">
                        <a:spcBef>
                          <a:spcPts val="0"/>
                        </a:spcBef>
                        <a:spcAft>
                          <a:spcPts val="0"/>
                        </a:spcAft>
                        <a:buNone/>
                      </a:pPr>
                      <a:endParaRPr/>
                    </a:p>
                  </a:txBody>
                  <a:tcPr marL="91425" marR="91425" marT="91425" marB="91425"/>
                </a:tc>
                <a:tc>
                  <a:txBody>
                    <a:bodyPr/>
                    <a:lstStyle/>
                    <a:p>
                      <a:pPr marL="0" lvl="0" indent="0" algn="l" rtl="0">
                        <a:spcBef>
                          <a:spcPts val="0"/>
                        </a:spcBef>
                        <a:spcAft>
                          <a:spcPts val="0"/>
                        </a:spcAft>
                        <a:buNone/>
                      </a:pPr>
                      <a:endParaRPr/>
                    </a:p>
                  </a:txBody>
                  <a:tcPr marL="91425" marR="91425" marT="91425" marB="91425"/>
                </a:tc>
                <a:extLst>
                  <a:ext uri="{0D108BD9-81ED-4DB2-BD59-A6C34878D82A}">
                    <a16:rowId xmlns:a16="http://schemas.microsoft.com/office/drawing/2014/main" val="10002"/>
                  </a:ext>
                </a:extLst>
              </a:tr>
              <a:tr h="381000">
                <a:tc>
                  <a:txBody>
                    <a:bodyPr/>
                    <a:lstStyle/>
                    <a:p>
                      <a:pPr marL="0" lvl="0" indent="0" algn="l" rtl="0">
                        <a:spcBef>
                          <a:spcPts val="0"/>
                        </a:spcBef>
                        <a:spcAft>
                          <a:spcPts val="0"/>
                        </a:spcAft>
                        <a:buNone/>
                      </a:pPr>
                      <a:r>
                        <a:rPr lang="en"/>
                        <a:t>3</a:t>
                      </a:r>
                      <a:endParaRPr/>
                    </a:p>
                  </a:txBody>
                  <a:tcPr marL="91425" marR="91425" marT="91425" marB="91425"/>
                </a:tc>
                <a:tc>
                  <a:txBody>
                    <a:bodyPr/>
                    <a:lstStyle/>
                    <a:p>
                      <a:pPr marL="0" lvl="0" indent="0" algn="l" rtl="0">
                        <a:spcBef>
                          <a:spcPts val="0"/>
                        </a:spcBef>
                        <a:spcAft>
                          <a:spcPts val="0"/>
                        </a:spcAft>
                        <a:buNone/>
                      </a:pPr>
                      <a:endParaRPr/>
                    </a:p>
                  </a:txBody>
                  <a:tcPr marL="91425" marR="91425" marT="91425" marB="91425"/>
                </a:tc>
                <a:tc>
                  <a:txBody>
                    <a:bodyPr/>
                    <a:lstStyle/>
                    <a:p>
                      <a:pPr marL="0" lvl="0" indent="0" algn="l" rtl="0">
                        <a:spcBef>
                          <a:spcPts val="0"/>
                        </a:spcBef>
                        <a:spcAft>
                          <a:spcPts val="0"/>
                        </a:spcAft>
                        <a:buNone/>
                      </a:pPr>
                      <a:endParaRPr/>
                    </a:p>
                  </a:txBody>
                  <a:tcPr marL="91425" marR="91425" marT="91425" marB="91425"/>
                </a:tc>
                <a:tc>
                  <a:txBody>
                    <a:bodyPr/>
                    <a:lstStyle/>
                    <a:p>
                      <a:pPr marL="0" lvl="0" indent="0" algn="l" rtl="0">
                        <a:spcBef>
                          <a:spcPts val="0"/>
                        </a:spcBef>
                        <a:spcAft>
                          <a:spcPts val="0"/>
                        </a:spcAft>
                        <a:buNone/>
                      </a:pPr>
                      <a:r>
                        <a:rPr lang="en"/>
                        <a:t>S1</a:t>
                      </a:r>
                      <a:endParaRPr/>
                    </a:p>
                  </a:txBody>
                  <a:tcPr marL="91425" marR="91425" marT="91425" marB="91425"/>
                </a:tc>
                <a:tc>
                  <a:txBody>
                    <a:bodyPr/>
                    <a:lstStyle/>
                    <a:p>
                      <a:pPr marL="0" lvl="0" indent="0" algn="l" rtl="0">
                        <a:spcBef>
                          <a:spcPts val="0"/>
                        </a:spcBef>
                        <a:spcAft>
                          <a:spcPts val="0"/>
                        </a:spcAft>
                        <a:buNone/>
                      </a:pPr>
                      <a:r>
                        <a:rPr lang="en"/>
                        <a:t>S2</a:t>
                      </a:r>
                      <a:endParaRPr/>
                    </a:p>
                  </a:txBody>
                  <a:tcPr marL="91425" marR="91425" marT="91425" marB="91425"/>
                </a:tc>
                <a:tc>
                  <a:txBody>
                    <a:bodyPr/>
                    <a:lstStyle/>
                    <a:p>
                      <a:pPr marL="0" lvl="0" indent="0" algn="l" rtl="0">
                        <a:spcBef>
                          <a:spcPts val="0"/>
                        </a:spcBef>
                        <a:spcAft>
                          <a:spcPts val="0"/>
                        </a:spcAft>
                        <a:buNone/>
                      </a:pPr>
                      <a:r>
                        <a:rPr lang="en"/>
                        <a:t>S3</a:t>
                      </a:r>
                      <a:endParaRPr/>
                    </a:p>
                  </a:txBody>
                  <a:tcPr marL="91425" marR="91425" marT="91425" marB="91425"/>
                </a:tc>
                <a:tc>
                  <a:txBody>
                    <a:bodyPr/>
                    <a:lstStyle/>
                    <a:p>
                      <a:pPr marL="0" lvl="0" indent="0" algn="l" rtl="0">
                        <a:spcBef>
                          <a:spcPts val="0"/>
                        </a:spcBef>
                        <a:spcAft>
                          <a:spcPts val="0"/>
                        </a:spcAft>
                        <a:buNone/>
                      </a:pPr>
                      <a:r>
                        <a:rPr lang="en"/>
                        <a:t>S4</a:t>
                      </a:r>
                      <a:endParaRPr/>
                    </a:p>
                  </a:txBody>
                  <a:tcPr marL="91425" marR="91425" marT="91425" marB="91425"/>
                </a:tc>
                <a:tc>
                  <a:txBody>
                    <a:bodyPr/>
                    <a:lstStyle/>
                    <a:p>
                      <a:pPr marL="0" lvl="0" indent="0" algn="l" rtl="0">
                        <a:spcBef>
                          <a:spcPts val="0"/>
                        </a:spcBef>
                        <a:spcAft>
                          <a:spcPts val="0"/>
                        </a:spcAft>
                        <a:buNone/>
                      </a:pPr>
                      <a:endParaRPr/>
                    </a:p>
                  </a:txBody>
                  <a:tcPr marL="91425" marR="91425" marT="91425" marB="91425"/>
                </a:tc>
                <a:tc>
                  <a:txBody>
                    <a:bodyPr/>
                    <a:lstStyle/>
                    <a:p>
                      <a:pPr marL="0" lvl="0" indent="0" algn="l" rtl="0">
                        <a:spcBef>
                          <a:spcPts val="0"/>
                        </a:spcBef>
                        <a:spcAft>
                          <a:spcPts val="0"/>
                        </a:spcAft>
                        <a:buNone/>
                      </a:pPr>
                      <a:endParaRPr/>
                    </a:p>
                  </a:txBody>
                  <a:tcPr marL="91425" marR="91425" marT="91425" marB="91425"/>
                </a:tc>
                <a:tc>
                  <a:txBody>
                    <a:bodyPr/>
                    <a:lstStyle/>
                    <a:p>
                      <a:pPr marL="0" lvl="0" indent="0" algn="l" rtl="0">
                        <a:spcBef>
                          <a:spcPts val="0"/>
                        </a:spcBef>
                        <a:spcAft>
                          <a:spcPts val="0"/>
                        </a:spcAft>
                        <a:buNone/>
                      </a:pPr>
                      <a:endParaRPr/>
                    </a:p>
                  </a:txBody>
                  <a:tcPr marL="91425" marR="91425" marT="91425" marB="91425"/>
                </a:tc>
                <a:tc>
                  <a:txBody>
                    <a:bodyPr/>
                    <a:lstStyle/>
                    <a:p>
                      <a:pPr marL="0" lvl="0" indent="0" algn="l" rtl="0">
                        <a:spcBef>
                          <a:spcPts val="0"/>
                        </a:spcBef>
                        <a:spcAft>
                          <a:spcPts val="0"/>
                        </a:spcAft>
                        <a:buNone/>
                      </a:pPr>
                      <a:endParaRPr/>
                    </a:p>
                  </a:txBody>
                  <a:tcPr marL="91425" marR="91425" marT="91425" marB="91425"/>
                </a:tc>
                <a:extLst>
                  <a:ext uri="{0D108BD9-81ED-4DB2-BD59-A6C34878D82A}">
                    <a16:rowId xmlns:a16="http://schemas.microsoft.com/office/drawing/2014/main" val="10003"/>
                  </a:ext>
                </a:extLst>
              </a:tr>
              <a:tr h="381000">
                <a:tc>
                  <a:txBody>
                    <a:bodyPr/>
                    <a:lstStyle/>
                    <a:p>
                      <a:pPr marL="0" lvl="0" indent="0" algn="l" rtl="0">
                        <a:spcBef>
                          <a:spcPts val="0"/>
                        </a:spcBef>
                        <a:spcAft>
                          <a:spcPts val="0"/>
                        </a:spcAft>
                        <a:buNone/>
                      </a:pPr>
                      <a:r>
                        <a:rPr lang="en"/>
                        <a:t>4</a:t>
                      </a:r>
                      <a:endParaRPr/>
                    </a:p>
                  </a:txBody>
                  <a:tcPr marL="91425" marR="91425" marT="91425" marB="91425"/>
                </a:tc>
                <a:tc>
                  <a:txBody>
                    <a:bodyPr/>
                    <a:lstStyle/>
                    <a:p>
                      <a:pPr marL="0" lvl="0" indent="0" algn="l" rtl="0">
                        <a:spcBef>
                          <a:spcPts val="0"/>
                        </a:spcBef>
                        <a:spcAft>
                          <a:spcPts val="0"/>
                        </a:spcAft>
                        <a:buNone/>
                      </a:pPr>
                      <a:endParaRPr/>
                    </a:p>
                  </a:txBody>
                  <a:tcPr marL="91425" marR="91425" marT="91425" marB="91425"/>
                </a:tc>
                <a:tc>
                  <a:txBody>
                    <a:bodyPr/>
                    <a:lstStyle/>
                    <a:p>
                      <a:pPr marL="0" lvl="0" indent="0" algn="l" rtl="0">
                        <a:spcBef>
                          <a:spcPts val="0"/>
                        </a:spcBef>
                        <a:spcAft>
                          <a:spcPts val="0"/>
                        </a:spcAft>
                        <a:buNone/>
                      </a:pPr>
                      <a:endParaRPr/>
                    </a:p>
                  </a:txBody>
                  <a:tcPr marL="91425" marR="91425" marT="91425" marB="91425"/>
                </a:tc>
                <a:tc>
                  <a:txBody>
                    <a:bodyPr/>
                    <a:lstStyle/>
                    <a:p>
                      <a:pPr marL="0" lvl="0" indent="0" algn="l" rtl="0">
                        <a:spcBef>
                          <a:spcPts val="0"/>
                        </a:spcBef>
                        <a:spcAft>
                          <a:spcPts val="0"/>
                        </a:spcAft>
                        <a:buNone/>
                      </a:pPr>
                      <a:endParaRPr/>
                    </a:p>
                  </a:txBody>
                  <a:tcPr marL="91425" marR="91425" marT="91425" marB="91425"/>
                </a:tc>
                <a:tc>
                  <a:txBody>
                    <a:bodyPr/>
                    <a:lstStyle/>
                    <a:p>
                      <a:pPr marL="0" lvl="0" indent="0" algn="l" rtl="0">
                        <a:spcBef>
                          <a:spcPts val="0"/>
                        </a:spcBef>
                        <a:spcAft>
                          <a:spcPts val="0"/>
                        </a:spcAft>
                        <a:buNone/>
                      </a:pPr>
                      <a:r>
                        <a:rPr lang="en"/>
                        <a:t>S1</a:t>
                      </a:r>
                      <a:endParaRPr/>
                    </a:p>
                  </a:txBody>
                  <a:tcPr marL="91425" marR="91425" marT="91425" marB="91425"/>
                </a:tc>
                <a:tc>
                  <a:txBody>
                    <a:bodyPr/>
                    <a:lstStyle/>
                    <a:p>
                      <a:pPr marL="0" lvl="0" indent="0" algn="l" rtl="0">
                        <a:spcBef>
                          <a:spcPts val="0"/>
                        </a:spcBef>
                        <a:spcAft>
                          <a:spcPts val="0"/>
                        </a:spcAft>
                        <a:buNone/>
                      </a:pPr>
                      <a:r>
                        <a:rPr lang="en"/>
                        <a:t>S2</a:t>
                      </a:r>
                      <a:endParaRPr/>
                    </a:p>
                  </a:txBody>
                  <a:tcPr marL="91425" marR="91425" marT="91425" marB="91425"/>
                </a:tc>
                <a:tc>
                  <a:txBody>
                    <a:bodyPr/>
                    <a:lstStyle/>
                    <a:p>
                      <a:pPr marL="0" lvl="0" indent="0" algn="l" rtl="0">
                        <a:spcBef>
                          <a:spcPts val="0"/>
                        </a:spcBef>
                        <a:spcAft>
                          <a:spcPts val="0"/>
                        </a:spcAft>
                        <a:buNone/>
                      </a:pPr>
                      <a:r>
                        <a:rPr lang="en"/>
                        <a:t>S3</a:t>
                      </a:r>
                      <a:endParaRPr/>
                    </a:p>
                  </a:txBody>
                  <a:tcPr marL="91425" marR="91425" marT="91425" marB="91425"/>
                </a:tc>
                <a:tc>
                  <a:txBody>
                    <a:bodyPr/>
                    <a:lstStyle/>
                    <a:p>
                      <a:pPr marL="0" lvl="0" indent="0" algn="l" rtl="0">
                        <a:spcBef>
                          <a:spcPts val="0"/>
                        </a:spcBef>
                        <a:spcAft>
                          <a:spcPts val="0"/>
                        </a:spcAft>
                        <a:buNone/>
                      </a:pPr>
                      <a:r>
                        <a:rPr lang="en"/>
                        <a:t>S4</a:t>
                      </a:r>
                      <a:endParaRPr/>
                    </a:p>
                  </a:txBody>
                  <a:tcPr marL="91425" marR="91425" marT="91425" marB="91425"/>
                </a:tc>
                <a:tc>
                  <a:txBody>
                    <a:bodyPr/>
                    <a:lstStyle/>
                    <a:p>
                      <a:pPr marL="0" lvl="0" indent="0" algn="l" rtl="0">
                        <a:spcBef>
                          <a:spcPts val="0"/>
                        </a:spcBef>
                        <a:spcAft>
                          <a:spcPts val="0"/>
                        </a:spcAft>
                        <a:buNone/>
                      </a:pPr>
                      <a:endParaRPr/>
                    </a:p>
                  </a:txBody>
                  <a:tcPr marL="91425" marR="91425" marT="91425" marB="91425"/>
                </a:tc>
                <a:tc>
                  <a:txBody>
                    <a:bodyPr/>
                    <a:lstStyle/>
                    <a:p>
                      <a:pPr marL="0" lvl="0" indent="0" algn="l" rtl="0">
                        <a:spcBef>
                          <a:spcPts val="0"/>
                        </a:spcBef>
                        <a:spcAft>
                          <a:spcPts val="0"/>
                        </a:spcAft>
                        <a:buNone/>
                      </a:pPr>
                      <a:endParaRPr/>
                    </a:p>
                  </a:txBody>
                  <a:tcPr marL="91425" marR="91425" marT="91425" marB="91425"/>
                </a:tc>
                <a:tc>
                  <a:txBody>
                    <a:bodyPr/>
                    <a:lstStyle/>
                    <a:p>
                      <a:pPr marL="0" lvl="0" indent="0" algn="l" rtl="0">
                        <a:spcBef>
                          <a:spcPts val="0"/>
                        </a:spcBef>
                        <a:spcAft>
                          <a:spcPts val="0"/>
                        </a:spcAft>
                        <a:buNone/>
                      </a:pPr>
                      <a:endParaRPr/>
                    </a:p>
                  </a:txBody>
                  <a:tcPr marL="91425" marR="91425" marT="91425" marB="91425"/>
                </a:tc>
                <a:extLst>
                  <a:ext uri="{0D108BD9-81ED-4DB2-BD59-A6C34878D82A}">
                    <a16:rowId xmlns:a16="http://schemas.microsoft.com/office/drawing/2014/main" val="10004"/>
                  </a:ext>
                </a:extLst>
              </a:tr>
            </a:tbl>
          </a:graphicData>
        </a:graphic>
      </p:graphicFrame>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86"/>
        <p:cNvGrpSpPr/>
        <p:nvPr/>
      </p:nvGrpSpPr>
      <p:grpSpPr>
        <a:xfrm>
          <a:off x="0" y="0"/>
          <a:ext cx="0" cy="0"/>
          <a:chOff x="0" y="0"/>
          <a:chExt cx="0" cy="0"/>
        </a:xfrm>
      </p:grpSpPr>
      <p:sp>
        <p:nvSpPr>
          <p:cNvPr id="87" name="Google Shape;87;p17"/>
          <p:cNvSpPr txBox="1">
            <a:spLocks noGrp="1"/>
          </p:cNvSpPr>
          <p:nvPr>
            <p:ph type="title"/>
          </p:nvPr>
        </p:nvSpPr>
        <p:spPr>
          <a:xfrm>
            <a:off x="311700" y="709200"/>
            <a:ext cx="8520600" cy="3725100"/>
          </a:xfrm>
          <a:prstGeom prst="rect">
            <a:avLst/>
          </a:prstGeom>
        </p:spPr>
        <p:txBody>
          <a:bodyPr spcFirstLastPara="1" wrap="square" lIns="91425" tIns="91425" rIns="91425" bIns="91425" anchor="t" anchorCtr="0">
            <a:noAutofit/>
          </a:bodyPr>
          <a:lstStyle/>
          <a:p>
            <a:pPr marL="457200" lvl="0" indent="-337820" algn="just" rtl="0">
              <a:lnSpc>
                <a:spcPct val="115000"/>
              </a:lnSpc>
              <a:spcBef>
                <a:spcPts val="1200"/>
              </a:spcBef>
              <a:spcAft>
                <a:spcPts val="0"/>
              </a:spcAft>
              <a:buSzPts val="1720"/>
              <a:buAutoNum type="arabicPeriod" startAt="2"/>
            </a:pPr>
            <a:r>
              <a:rPr lang="en" sz="1720" b="1"/>
              <a:t>Which of the following statements is/are TRUE?</a:t>
            </a:r>
            <a:endParaRPr sz="1720" b="1"/>
          </a:p>
          <a:p>
            <a:pPr marL="914400" lvl="1" indent="-337819" algn="just" rtl="0">
              <a:lnSpc>
                <a:spcPct val="115000"/>
              </a:lnSpc>
              <a:spcBef>
                <a:spcPts val="0"/>
              </a:spcBef>
              <a:spcAft>
                <a:spcPts val="0"/>
              </a:spcAft>
              <a:buSzPts val="1720"/>
              <a:buAutoNum type="alphaLcPeriod"/>
            </a:pPr>
            <a:r>
              <a:rPr lang="en" sz="1720" b="1"/>
              <a:t>RAW data hazard could be reduced by operand forwarding.</a:t>
            </a:r>
            <a:endParaRPr sz="1720" b="1"/>
          </a:p>
          <a:p>
            <a:pPr marL="914400" lvl="1" indent="-337819" algn="just" rtl="0">
              <a:lnSpc>
                <a:spcPct val="115000"/>
              </a:lnSpc>
              <a:spcBef>
                <a:spcPts val="0"/>
              </a:spcBef>
              <a:spcAft>
                <a:spcPts val="0"/>
              </a:spcAft>
              <a:buSzPts val="1720"/>
              <a:buAutoNum type="alphaLcPeriod"/>
            </a:pPr>
            <a:r>
              <a:rPr lang="en" sz="1720" b="1"/>
              <a:t>A normal in-order 5 stage MIPS pipeline can achieve an IPC larger than 1.</a:t>
            </a:r>
            <a:endParaRPr sz="1720" b="1"/>
          </a:p>
          <a:p>
            <a:pPr marL="914400" lvl="1" indent="-337819" algn="just" rtl="0">
              <a:lnSpc>
                <a:spcPct val="115000"/>
              </a:lnSpc>
              <a:spcBef>
                <a:spcPts val="0"/>
              </a:spcBef>
              <a:spcAft>
                <a:spcPts val="0"/>
              </a:spcAft>
              <a:buSzPts val="1720"/>
              <a:buAutoNum type="alphaLcPeriod"/>
            </a:pPr>
            <a:r>
              <a:rPr lang="en" sz="1720" b="1"/>
              <a:t>For a MIPS instruction STR R2, 16(R3), some contents stored in its ID/EX pipeline register will bypass the EX unit directly to EX/MEM pipeline register.</a:t>
            </a:r>
            <a:endParaRPr sz="1720" b="1"/>
          </a:p>
          <a:p>
            <a:pPr marL="914400" lvl="1" indent="-337819" algn="just" rtl="0">
              <a:lnSpc>
                <a:spcPct val="115000"/>
              </a:lnSpc>
              <a:spcBef>
                <a:spcPts val="0"/>
              </a:spcBef>
              <a:spcAft>
                <a:spcPts val="0"/>
              </a:spcAft>
              <a:buSzPts val="1720"/>
              <a:buAutoNum type="alphaLcPeriod"/>
            </a:pPr>
            <a:r>
              <a:rPr lang="en" sz="1720" b="1"/>
              <a:t>A normal 5 stage in order RISC pipeline without operand forwarding can have RAW and WAR hazards.</a:t>
            </a:r>
            <a:endParaRPr sz="1720" b="1"/>
          </a:p>
          <a:p>
            <a:pPr marL="0" lvl="0" indent="0" algn="just" rtl="0">
              <a:lnSpc>
                <a:spcPct val="115000"/>
              </a:lnSpc>
              <a:spcBef>
                <a:spcPts val="1200"/>
              </a:spcBef>
              <a:spcAft>
                <a:spcPts val="0"/>
              </a:spcAft>
              <a:buClr>
                <a:schemeClr val="dk1"/>
              </a:buClr>
              <a:buSzPts val="990"/>
              <a:buFont typeface="Arial"/>
              <a:buNone/>
            </a:pPr>
            <a:r>
              <a:rPr lang="en" sz="1720" b="1"/>
              <a:t>(I) a only (II) a &amp; c only (III) b &amp; d only (IV) c &amp; d only</a:t>
            </a:r>
            <a:endParaRPr sz="1720" b="1"/>
          </a:p>
          <a:p>
            <a:pPr marL="0" lvl="0" indent="0" algn="just" rtl="0">
              <a:spcBef>
                <a:spcPts val="1200"/>
              </a:spcBef>
              <a:spcAft>
                <a:spcPts val="0"/>
              </a:spcAft>
              <a:buSzPts val="990"/>
              <a:buNone/>
            </a:pPr>
            <a:endParaRPr sz="2420" b="1"/>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91"/>
        <p:cNvGrpSpPr/>
        <p:nvPr/>
      </p:nvGrpSpPr>
      <p:grpSpPr>
        <a:xfrm>
          <a:off x="0" y="0"/>
          <a:ext cx="0" cy="0"/>
          <a:chOff x="0" y="0"/>
          <a:chExt cx="0" cy="0"/>
        </a:xfrm>
      </p:grpSpPr>
      <p:sp>
        <p:nvSpPr>
          <p:cNvPr id="92" name="Google Shape;92;p18"/>
          <p:cNvSpPr txBox="1">
            <a:spLocks noGrp="1"/>
          </p:cNvSpPr>
          <p:nvPr>
            <p:ph type="body" idx="1"/>
          </p:nvPr>
        </p:nvSpPr>
        <p:spPr>
          <a:xfrm>
            <a:off x="493325" y="377775"/>
            <a:ext cx="8520600" cy="4191000"/>
          </a:xfrm>
          <a:prstGeom prst="rect">
            <a:avLst/>
          </a:prstGeom>
        </p:spPr>
        <p:txBody>
          <a:bodyPr spcFirstLastPara="1" wrap="square" lIns="91425" tIns="91425" rIns="91425" bIns="91425" anchor="t" anchorCtr="0">
            <a:normAutofit/>
          </a:bodyPr>
          <a:lstStyle/>
          <a:p>
            <a:pPr marL="0" lvl="0" indent="0" algn="l" rtl="0">
              <a:spcBef>
                <a:spcPts val="1200"/>
              </a:spcBef>
              <a:spcAft>
                <a:spcPts val="0"/>
              </a:spcAft>
              <a:buNone/>
            </a:pPr>
            <a:r>
              <a:rPr lang="en" sz="1820">
                <a:solidFill>
                  <a:schemeClr val="dk1"/>
                </a:solidFill>
              </a:rPr>
              <a:t>(I) RAW data hazard could be reduced by operand forwarding:</a:t>
            </a:r>
            <a:endParaRPr sz="1820">
              <a:solidFill>
                <a:schemeClr val="dk1"/>
              </a:solidFill>
            </a:endParaRPr>
          </a:p>
          <a:p>
            <a:pPr marL="0" lvl="0" indent="0" algn="l" rtl="0">
              <a:spcBef>
                <a:spcPts val="1200"/>
              </a:spcBef>
              <a:spcAft>
                <a:spcPts val="1200"/>
              </a:spcAft>
              <a:buClr>
                <a:schemeClr val="dk1"/>
              </a:buClr>
              <a:buSzPts val="990"/>
              <a:buFont typeface="Arial"/>
              <a:buNone/>
            </a:pPr>
            <a:endParaRPr sz="1820">
              <a:solidFill>
                <a:schemeClr val="dk1"/>
              </a:solidFill>
            </a:endParaRPr>
          </a:p>
        </p:txBody>
      </p:sp>
      <p:pic>
        <p:nvPicPr>
          <p:cNvPr id="93" name="Google Shape;93;p18"/>
          <p:cNvPicPr preferRelativeResize="0"/>
          <p:nvPr/>
        </p:nvPicPr>
        <p:blipFill>
          <a:blip r:embed="rId3">
            <a:alphaModFix/>
          </a:blip>
          <a:stretch>
            <a:fillRect/>
          </a:stretch>
        </p:blipFill>
        <p:spPr>
          <a:xfrm>
            <a:off x="1073975" y="1098225"/>
            <a:ext cx="6996051" cy="3370875"/>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97"/>
        <p:cNvGrpSpPr/>
        <p:nvPr/>
      </p:nvGrpSpPr>
      <p:grpSpPr>
        <a:xfrm>
          <a:off x="0" y="0"/>
          <a:ext cx="0" cy="0"/>
          <a:chOff x="0" y="0"/>
          <a:chExt cx="0" cy="0"/>
        </a:xfrm>
      </p:grpSpPr>
      <p:sp>
        <p:nvSpPr>
          <p:cNvPr id="98" name="Google Shape;98;p19"/>
          <p:cNvSpPr txBox="1">
            <a:spLocks noGrp="1"/>
          </p:cNvSpPr>
          <p:nvPr>
            <p:ph type="body" idx="1"/>
          </p:nvPr>
        </p:nvSpPr>
        <p:spPr>
          <a:xfrm>
            <a:off x="493325" y="377775"/>
            <a:ext cx="8520600" cy="4191000"/>
          </a:xfrm>
          <a:prstGeom prst="rect">
            <a:avLst/>
          </a:prstGeom>
        </p:spPr>
        <p:txBody>
          <a:bodyPr spcFirstLastPara="1" wrap="square" lIns="91425" tIns="91425" rIns="91425" bIns="91425" anchor="t" anchorCtr="0">
            <a:normAutofit/>
          </a:bodyPr>
          <a:lstStyle/>
          <a:p>
            <a:pPr marL="0" lvl="0" indent="0" algn="l" rtl="0">
              <a:spcBef>
                <a:spcPts val="1200"/>
              </a:spcBef>
              <a:spcAft>
                <a:spcPts val="0"/>
              </a:spcAft>
              <a:buNone/>
            </a:pPr>
            <a:r>
              <a:rPr lang="en" sz="1820">
                <a:solidFill>
                  <a:schemeClr val="dk1"/>
                </a:solidFill>
              </a:rPr>
              <a:t>(I) RAW data hazard could be reduced by operand forwarding: </a:t>
            </a:r>
            <a:r>
              <a:rPr lang="en" sz="1820" b="1">
                <a:solidFill>
                  <a:schemeClr val="dk1"/>
                </a:solidFill>
              </a:rPr>
              <a:t>TRUE</a:t>
            </a:r>
            <a:endParaRPr sz="1820" b="1">
              <a:solidFill>
                <a:schemeClr val="dk1"/>
              </a:solidFill>
            </a:endParaRPr>
          </a:p>
          <a:p>
            <a:pPr marL="0" lvl="0" indent="0" algn="l" rtl="0">
              <a:spcBef>
                <a:spcPts val="1200"/>
              </a:spcBef>
              <a:spcAft>
                <a:spcPts val="1200"/>
              </a:spcAft>
              <a:buClr>
                <a:schemeClr val="dk1"/>
              </a:buClr>
              <a:buSzPts val="990"/>
              <a:buFont typeface="Arial"/>
              <a:buNone/>
            </a:pPr>
            <a:endParaRPr sz="1820">
              <a:solidFill>
                <a:schemeClr val="dk1"/>
              </a:solidFill>
            </a:endParaRPr>
          </a:p>
        </p:txBody>
      </p:sp>
      <p:pic>
        <p:nvPicPr>
          <p:cNvPr id="99" name="Google Shape;99;p19"/>
          <p:cNvPicPr preferRelativeResize="0"/>
          <p:nvPr/>
        </p:nvPicPr>
        <p:blipFill>
          <a:blip r:embed="rId3">
            <a:alphaModFix/>
          </a:blip>
          <a:stretch>
            <a:fillRect/>
          </a:stretch>
        </p:blipFill>
        <p:spPr>
          <a:xfrm>
            <a:off x="1073975" y="1098225"/>
            <a:ext cx="6996051" cy="3370875"/>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03"/>
        <p:cNvGrpSpPr/>
        <p:nvPr/>
      </p:nvGrpSpPr>
      <p:grpSpPr>
        <a:xfrm>
          <a:off x="0" y="0"/>
          <a:ext cx="0" cy="0"/>
          <a:chOff x="0" y="0"/>
          <a:chExt cx="0" cy="0"/>
        </a:xfrm>
      </p:grpSpPr>
      <p:sp>
        <p:nvSpPr>
          <p:cNvPr id="104" name="Google Shape;104;p20"/>
          <p:cNvSpPr txBox="1">
            <a:spLocks noGrp="1"/>
          </p:cNvSpPr>
          <p:nvPr>
            <p:ph type="title"/>
          </p:nvPr>
        </p:nvSpPr>
        <p:spPr>
          <a:xfrm>
            <a:off x="94450" y="445025"/>
            <a:ext cx="8737800" cy="572700"/>
          </a:xfrm>
          <a:prstGeom prst="rect">
            <a:avLst/>
          </a:prstGeom>
        </p:spPr>
        <p:txBody>
          <a:bodyPr spcFirstLastPara="1" wrap="square" lIns="91425" tIns="91425" rIns="91425" bIns="91425" anchor="t" anchorCtr="0">
            <a:normAutofit fontScale="90000"/>
          </a:bodyPr>
          <a:lstStyle/>
          <a:p>
            <a:pPr marL="0" lvl="0" indent="0" algn="just" rtl="0">
              <a:lnSpc>
                <a:spcPct val="115000"/>
              </a:lnSpc>
              <a:spcBef>
                <a:spcPts val="1200"/>
              </a:spcBef>
              <a:spcAft>
                <a:spcPts val="1200"/>
              </a:spcAft>
              <a:buClr>
                <a:schemeClr val="dk1"/>
              </a:buClr>
              <a:buSzPts val="990"/>
              <a:buFont typeface="Arial"/>
              <a:buNone/>
            </a:pPr>
            <a:r>
              <a:rPr lang="en" sz="1820"/>
              <a:t>(II) A normal in-order 5 stage MIPS pipeline can achieve an IPC larger than 1:</a:t>
            </a:r>
            <a:endParaRPr/>
          </a:p>
        </p:txBody>
      </p:sp>
      <p:graphicFrame>
        <p:nvGraphicFramePr>
          <p:cNvPr id="105" name="Google Shape;105;p20"/>
          <p:cNvGraphicFramePr/>
          <p:nvPr/>
        </p:nvGraphicFramePr>
        <p:xfrm>
          <a:off x="952500" y="1428750"/>
          <a:ext cx="7239000" cy="2362170"/>
        </p:xfrm>
        <a:graphic>
          <a:graphicData uri="http://schemas.openxmlformats.org/drawingml/2006/table">
            <a:tbl>
              <a:tblPr>
                <a:noFill/>
                <a:tableStyleId>{DDE15ECB-2B40-4FA0-9F4C-C3E28599D91B}</a:tableStyleId>
              </a:tblPr>
              <a:tblGrid>
                <a:gridCol w="723900">
                  <a:extLst>
                    <a:ext uri="{9D8B030D-6E8A-4147-A177-3AD203B41FA5}">
                      <a16:colId xmlns:a16="http://schemas.microsoft.com/office/drawing/2014/main" val="20000"/>
                    </a:ext>
                  </a:extLst>
                </a:gridCol>
                <a:gridCol w="723900">
                  <a:extLst>
                    <a:ext uri="{9D8B030D-6E8A-4147-A177-3AD203B41FA5}">
                      <a16:colId xmlns:a16="http://schemas.microsoft.com/office/drawing/2014/main" val="20001"/>
                    </a:ext>
                  </a:extLst>
                </a:gridCol>
                <a:gridCol w="723900">
                  <a:extLst>
                    <a:ext uri="{9D8B030D-6E8A-4147-A177-3AD203B41FA5}">
                      <a16:colId xmlns:a16="http://schemas.microsoft.com/office/drawing/2014/main" val="20002"/>
                    </a:ext>
                  </a:extLst>
                </a:gridCol>
                <a:gridCol w="723900">
                  <a:extLst>
                    <a:ext uri="{9D8B030D-6E8A-4147-A177-3AD203B41FA5}">
                      <a16:colId xmlns:a16="http://schemas.microsoft.com/office/drawing/2014/main" val="20003"/>
                    </a:ext>
                  </a:extLst>
                </a:gridCol>
                <a:gridCol w="723900">
                  <a:extLst>
                    <a:ext uri="{9D8B030D-6E8A-4147-A177-3AD203B41FA5}">
                      <a16:colId xmlns:a16="http://schemas.microsoft.com/office/drawing/2014/main" val="20004"/>
                    </a:ext>
                  </a:extLst>
                </a:gridCol>
                <a:gridCol w="723900">
                  <a:extLst>
                    <a:ext uri="{9D8B030D-6E8A-4147-A177-3AD203B41FA5}">
                      <a16:colId xmlns:a16="http://schemas.microsoft.com/office/drawing/2014/main" val="20005"/>
                    </a:ext>
                  </a:extLst>
                </a:gridCol>
                <a:gridCol w="723900">
                  <a:extLst>
                    <a:ext uri="{9D8B030D-6E8A-4147-A177-3AD203B41FA5}">
                      <a16:colId xmlns:a16="http://schemas.microsoft.com/office/drawing/2014/main" val="20006"/>
                    </a:ext>
                  </a:extLst>
                </a:gridCol>
                <a:gridCol w="723900">
                  <a:extLst>
                    <a:ext uri="{9D8B030D-6E8A-4147-A177-3AD203B41FA5}">
                      <a16:colId xmlns:a16="http://schemas.microsoft.com/office/drawing/2014/main" val="20007"/>
                    </a:ext>
                  </a:extLst>
                </a:gridCol>
                <a:gridCol w="723900">
                  <a:extLst>
                    <a:ext uri="{9D8B030D-6E8A-4147-A177-3AD203B41FA5}">
                      <a16:colId xmlns:a16="http://schemas.microsoft.com/office/drawing/2014/main" val="20008"/>
                    </a:ext>
                  </a:extLst>
                </a:gridCol>
                <a:gridCol w="723900">
                  <a:extLst>
                    <a:ext uri="{9D8B030D-6E8A-4147-A177-3AD203B41FA5}">
                      <a16:colId xmlns:a16="http://schemas.microsoft.com/office/drawing/2014/main" val="20009"/>
                    </a:ext>
                  </a:extLst>
                </a:gridCol>
              </a:tblGrid>
              <a:tr h="381000">
                <a:tc>
                  <a:txBody>
                    <a:bodyPr/>
                    <a:lstStyle/>
                    <a:p>
                      <a:pPr marL="0" lvl="0" indent="0" algn="ctr" rtl="0">
                        <a:spcBef>
                          <a:spcPts val="0"/>
                        </a:spcBef>
                        <a:spcAft>
                          <a:spcPts val="0"/>
                        </a:spcAft>
                        <a:buNone/>
                      </a:pPr>
                      <a:r>
                        <a:rPr lang="en" sz="900"/>
                        <a:t>Instruction number</a:t>
                      </a:r>
                      <a:endParaRPr sz="900"/>
                    </a:p>
                  </a:txBody>
                  <a:tcPr marL="91425" marR="91425" marT="91425" marB="91425"/>
                </a:tc>
                <a:tc>
                  <a:txBody>
                    <a:bodyPr/>
                    <a:lstStyle/>
                    <a:p>
                      <a:pPr marL="0" lvl="0" indent="0" algn="l" rtl="0">
                        <a:spcBef>
                          <a:spcPts val="0"/>
                        </a:spcBef>
                        <a:spcAft>
                          <a:spcPts val="0"/>
                        </a:spcAft>
                        <a:buNone/>
                      </a:pPr>
                      <a:r>
                        <a:rPr lang="en" sz="1100"/>
                        <a:t>1</a:t>
                      </a:r>
                      <a:endParaRPr sz="1100"/>
                    </a:p>
                  </a:txBody>
                  <a:tcPr marL="91425" marR="91425" marT="91425" marB="91425"/>
                </a:tc>
                <a:tc>
                  <a:txBody>
                    <a:bodyPr/>
                    <a:lstStyle/>
                    <a:p>
                      <a:pPr marL="0" lvl="0" indent="0" algn="l" rtl="0">
                        <a:spcBef>
                          <a:spcPts val="0"/>
                        </a:spcBef>
                        <a:spcAft>
                          <a:spcPts val="0"/>
                        </a:spcAft>
                        <a:buNone/>
                      </a:pPr>
                      <a:r>
                        <a:rPr lang="en" sz="1100"/>
                        <a:t>2</a:t>
                      </a:r>
                      <a:endParaRPr sz="1100"/>
                    </a:p>
                  </a:txBody>
                  <a:tcPr marL="91425" marR="91425" marT="91425" marB="91425"/>
                </a:tc>
                <a:tc>
                  <a:txBody>
                    <a:bodyPr/>
                    <a:lstStyle/>
                    <a:p>
                      <a:pPr marL="0" lvl="0" indent="0" algn="l" rtl="0">
                        <a:spcBef>
                          <a:spcPts val="0"/>
                        </a:spcBef>
                        <a:spcAft>
                          <a:spcPts val="0"/>
                        </a:spcAft>
                        <a:buNone/>
                      </a:pPr>
                      <a:r>
                        <a:rPr lang="en" sz="1100"/>
                        <a:t>3</a:t>
                      </a:r>
                      <a:endParaRPr sz="1100"/>
                    </a:p>
                  </a:txBody>
                  <a:tcPr marL="91425" marR="91425" marT="91425" marB="91425"/>
                </a:tc>
                <a:tc>
                  <a:txBody>
                    <a:bodyPr/>
                    <a:lstStyle/>
                    <a:p>
                      <a:pPr marL="0" lvl="0" indent="0" algn="l" rtl="0">
                        <a:spcBef>
                          <a:spcPts val="0"/>
                        </a:spcBef>
                        <a:spcAft>
                          <a:spcPts val="0"/>
                        </a:spcAft>
                        <a:buNone/>
                      </a:pPr>
                      <a:r>
                        <a:rPr lang="en" sz="1100"/>
                        <a:t>4</a:t>
                      </a:r>
                      <a:endParaRPr sz="1100"/>
                    </a:p>
                  </a:txBody>
                  <a:tcPr marL="91425" marR="91425" marT="91425" marB="91425"/>
                </a:tc>
                <a:tc>
                  <a:txBody>
                    <a:bodyPr/>
                    <a:lstStyle/>
                    <a:p>
                      <a:pPr marL="0" lvl="0" indent="0" algn="l" rtl="0">
                        <a:spcBef>
                          <a:spcPts val="0"/>
                        </a:spcBef>
                        <a:spcAft>
                          <a:spcPts val="0"/>
                        </a:spcAft>
                        <a:buNone/>
                      </a:pPr>
                      <a:r>
                        <a:rPr lang="en" sz="1100"/>
                        <a:t>5</a:t>
                      </a:r>
                      <a:endParaRPr sz="1100"/>
                    </a:p>
                  </a:txBody>
                  <a:tcPr marL="91425" marR="91425" marT="91425" marB="91425">
                    <a:lnB w="9525" cap="flat" cmpd="sng">
                      <a:solidFill>
                        <a:srgbClr val="B7B7B7"/>
                      </a:solidFill>
                      <a:prstDash val="solid"/>
                      <a:round/>
                      <a:headEnd type="none" w="sm" len="sm"/>
                      <a:tailEnd type="none" w="sm" len="sm"/>
                    </a:lnB>
                  </a:tcPr>
                </a:tc>
                <a:tc>
                  <a:txBody>
                    <a:bodyPr/>
                    <a:lstStyle/>
                    <a:p>
                      <a:pPr marL="0" lvl="0" indent="0" algn="l" rtl="0">
                        <a:spcBef>
                          <a:spcPts val="0"/>
                        </a:spcBef>
                        <a:spcAft>
                          <a:spcPts val="0"/>
                        </a:spcAft>
                        <a:buNone/>
                      </a:pPr>
                      <a:r>
                        <a:rPr lang="en" sz="1100"/>
                        <a:t>6</a:t>
                      </a:r>
                      <a:endParaRPr sz="1100"/>
                    </a:p>
                  </a:txBody>
                  <a:tcPr marL="91425" marR="91425" marT="91425" marB="91425"/>
                </a:tc>
                <a:tc>
                  <a:txBody>
                    <a:bodyPr/>
                    <a:lstStyle/>
                    <a:p>
                      <a:pPr marL="0" lvl="0" indent="0" algn="l" rtl="0">
                        <a:spcBef>
                          <a:spcPts val="0"/>
                        </a:spcBef>
                        <a:spcAft>
                          <a:spcPts val="0"/>
                        </a:spcAft>
                        <a:buNone/>
                      </a:pPr>
                      <a:r>
                        <a:rPr lang="en" sz="1100"/>
                        <a:t>7</a:t>
                      </a:r>
                      <a:endParaRPr sz="1100"/>
                    </a:p>
                  </a:txBody>
                  <a:tcPr marL="91425" marR="91425" marT="91425" marB="91425"/>
                </a:tc>
                <a:tc>
                  <a:txBody>
                    <a:bodyPr/>
                    <a:lstStyle/>
                    <a:p>
                      <a:pPr marL="0" lvl="0" indent="0" algn="l" rtl="0">
                        <a:spcBef>
                          <a:spcPts val="0"/>
                        </a:spcBef>
                        <a:spcAft>
                          <a:spcPts val="0"/>
                        </a:spcAft>
                        <a:buNone/>
                      </a:pPr>
                      <a:r>
                        <a:rPr lang="en" sz="1100"/>
                        <a:t>8</a:t>
                      </a:r>
                      <a:endParaRPr sz="1100"/>
                    </a:p>
                  </a:txBody>
                  <a:tcPr marL="91425" marR="91425" marT="91425" marB="91425"/>
                </a:tc>
                <a:tc>
                  <a:txBody>
                    <a:bodyPr/>
                    <a:lstStyle/>
                    <a:p>
                      <a:pPr marL="0" lvl="0" indent="0" algn="l" rtl="0">
                        <a:spcBef>
                          <a:spcPts val="0"/>
                        </a:spcBef>
                        <a:spcAft>
                          <a:spcPts val="0"/>
                        </a:spcAft>
                        <a:buNone/>
                      </a:pPr>
                      <a:r>
                        <a:rPr lang="en" sz="1100"/>
                        <a:t>9</a:t>
                      </a:r>
                      <a:endParaRPr sz="1100"/>
                    </a:p>
                  </a:txBody>
                  <a:tcPr marL="91425" marR="91425" marT="91425" marB="91425"/>
                </a:tc>
                <a:extLst>
                  <a:ext uri="{0D108BD9-81ED-4DB2-BD59-A6C34878D82A}">
                    <a16:rowId xmlns:a16="http://schemas.microsoft.com/office/drawing/2014/main" val="10000"/>
                  </a:ext>
                </a:extLst>
              </a:tr>
              <a:tr h="381000">
                <a:tc>
                  <a:txBody>
                    <a:bodyPr/>
                    <a:lstStyle/>
                    <a:p>
                      <a:pPr marL="0" lvl="0" indent="0" algn="l" rtl="0">
                        <a:spcBef>
                          <a:spcPts val="0"/>
                        </a:spcBef>
                        <a:spcAft>
                          <a:spcPts val="0"/>
                        </a:spcAft>
                        <a:buNone/>
                      </a:pPr>
                      <a:r>
                        <a:rPr lang="en" sz="1100"/>
                        <a:t>i</a:t>
                      </a:r>
                      <a:endParaRPr sz="1100"/>
                    </a:p>
                  </a:txBody>
                  <a:tcPr marL="91425" marR="91425" marT="91425" marB="91425"/>
                </a:tc>
                <a:tc>
                  <a:txBody>
                    <a:bodyPr/>
                    <a:lstStyle/>
                    <a:p>
                      <a:pPr marL="0" lvl="0" indent="0" algn="l" rtl="0">
                        <a:spcBef>
                          <a:spcPts val="0"/>
                        </a:spcBef>
                        <a:spcAft>
                          <a:spcPts val="0"/>
                        </a:spcAft>
                        <a:buNone/>
                      </a:pPr>
                      <a:r>
                        <a:rPr lang="en" sz="1100"/>
                        <a:t>IF</a:t>
                      </a:r>
                      <a:endParaRPr sz="1100"/>
                    </a:p>
                  </a:txBody>
                  <a:tcPr marL="91425" marR="91425" marT="91425" marB="91425"/>
                </a:tc>
                <a:tc>
                  <a:txBody>
                    <a:bodyPr/>
                    <a:lstStyle/>
                    <a:p>
                      <a:pPr marL="0" lvl="0" indent="0" algn="l" rtl="0">
                        <a:spcBef>
                          <a:spcPts val="0"/>
                        </a:spcBef>
                        <a:spcAft>
                          <a:spcPts val="0"/>
                        </a:spcAft>
                        <a:buNone/>
                      </a:pPr>
                      <a:r>
                        <a:rPr lang="en" sz="1100"/>
                        <a:t>ID</a:t>
                      </a:r>
                      <a:endParaRPr sz="1100"/>
                    </a:p>
                  </a:txBody>
                  <a:tcPr marL="91425" marR="91425" marT="91425" marB="91425">
                    <a:lnB w="9525" cap="flat" cmpd="sng">
                      <a:solidFill>
                        <a:srgbClr val="9E9E9E"/>
                      </a:solidFill>
                      <a:prstDash val="solid"/>
                      <a:round/>
                      <a:headEnd type="none" w="sm" len="sm"/>
                      <a:tailEnd type="none" w="sm" len="sm"/>
                    </a:lnB>
                  </a:tcPr>
                </a:tc>
                <a:tc>
                  <a:txBody>
                    <a:bodyPr/>
                    <a:lstStyle/>
                    <a:p>
                      <a:pPr marL="0" lvl="0" indent="0" algn="l" rtl="0">
                        <a:spcBef>
                          <a:spcPts val="0"/>
                        </a:spcBef>
                        <a:spcAft>
                          <a:spcPts val="0"/>
                        </a:spcAft>
                        <a:buNone/>
                      </a:pPr>
                      <a:r>
                        <a:rPr lang="en" sz="1100"/>
                        <a:t>EX</a:t>
                      </a:r>
                      <a:endParaRPr sz="1100"/>
                    </a:p>
                  </a:txBody>
                  <a:tcPr marL="91425" marR="91425" marT="91425" marB="91425">
                    <a:lnB w="9525" cap="flat" cmpd="sng">
                      <a:solidFill>
                        <a:srgbClr val="9E9E9E"/>
                      </a:solidFill>
                      <a:prstDash val="solid"/>
                      <a:round/>
                      <a:headEnd type="none" w="sm" len="sm"/>
                      <a:tailEnd type="none" w="sm" len="sm"/>
                    </a:lnB>
                  </a:tcPr>
                </a:tc>
                <a:tc>
                  <a:txBody>
                    <a:bodyPr/>
                    <a:lstStyle/>
                    <a:p>
                      <a:pPr marL="0" lvl="0" indent="0" algn="l" rtl="0">
                        <a:spcBef>
                          <a:spcPts val="0"/>
                        </a:spcBef>
                        <a:spcAft>
                          <a:spcPts val="0"/>
                        </a:spcAft>
                        <a:buNone/>
                      </a:pPr>
                      <a:r>
                        <a:rPr lang="en" sz="1100"/>
                        <a:t>MEM</a:t>
                      </a:r>
                      <a:endParaRPr sz="1100"/>
                    </a:p>
                  </a:txBody>
                  <a:tcPr marL="91425" marR="91425" marT="91425" marB="91425">
                    <a:lnR w="9525" cap="flat" cmpd="sng">
                      <a:solidFill>
                        <a:srgbClr val="B7B7B7"/>
                      </a:solidFill>
                      <a:prstDash val="solid"/>
                      <a:round/>
                      <a:headEnd type="none" w="sm" len="sm"/>
                      <a:tailEnd type="none" w="sm" len="sm"/>
                    </a:lnR>
                    <a:lnB w="9525" cap="flat" cmpd="sng">
                      <a:solidFill>
                        <a:srgbClr val="9E9E9E"/>
                      </a:solidFill>
                      <a:prstDash val="solid"/>
                      <a:round/>
                      <a:headEnd type="none" w="sm" len="sm"/>
                      <a:tailEnd type="none" w="sm" len="sm"/>
                    </a:lnB>
                  </a:tcPr>
                </a:tc>
                <a:tc>
                  <a:txBody>
                    <a:bodyPr/>
                    <a:lstStyle/>
                    <a:p>
                      <a:pPr marL="0" lvl="0" indent="0" algn="l" rtl="0">
                        <a:spcBef>
                          <a:spcPts val="0"/>
                        </a:spcBef>
                        <a:spcAft>
                          <a:spcPts val="0"/>
                        </a:spcAft>
                        <a:buNone/>
                      </a:pPr>
                      <a:r>
                        <a:rPr lang="en" sz="1100"/>
                        <a:t>WB</a:t>
                      </a:r>
                      <a:endParaRPr sz="1100"/>
                    </a:p>
                  </a:txBody>
                  <a:tcPr marL="91425" marR="91425" marT="91425" marB="91425">
                    <a:lnL w="9525" cap="flat" cmpd="sng">
                      <a:solidFill>
                        <a:srgbClr val="B7B7B7"/>
                      </a:solidFill>
                      <a:prstDash val="solid"/>
                      <a:round/>
                      <a:headEnd type="none" w="sm" len="sm"/>
                      <a:tailEnd type="none" w="sm" len="sm"/>
                    </a:lnL>
                    <a:lnR w="9525" cap="flat" cmpd="sng">
                      <a:solidFill>
                        <a:srgbClr val="B7B7B7"/>
                      </a:solidFill>
                      <a:prstDash val="solid"/>
                      <a:round/>
                      <a:headEnd type="none" w="sm" len="sm"/>
                      <a:tailEnd type="none" w="sm" len="sm"/>
                    </a:lnR>
                    <a:lnT w="9525" cap="flat" cmpd="sng">
                      <a:solidFill>
                        <a:srgbClr val="B7B7B7"/>
                      </a:solidFill>
                      <a:prstDash val="solid"/>
                      <a:round/>
                      <a:headEnd type="none" w="sm" len="sm"/>
                      <a:tailEnd type="none" w="sm" len="sm"/>
                    </a:lnT>
                    <a:lnB w="9525" cap="flat" cmpd="sng">
                      <a:solidFill>
                        <a:srgbClr val="B7B7B7"/>
                      </a:solidFill>
                      <a:prstDash val="solid"/>
                      <a:round/>
                      <a:headEnd type="none" w="sm" len="sm"/>
                      <a:tailEnd type="none" w="sm" len="sm"/>
                    </a:lnB>
                    <a:solidFill>
                      <a:srgbClr val="B7B7B7"/>
                    </a:solidFill>
                  </a:tcPr>
                </a:tc>
                <a:tc>
                  <a:txBody>
                    <a:bodyPr/>
                    <a:lstStyle/>
                    <a:p>
                      <a:pPr marL="0" lvl="0" indent="0" algn="l" rtl="0">
                        <a:spcBef>
                          <a:spcPts val="0"/>
                        </a:spcBef>
                        <a:spcAft>
                          <a:spcPts val="0"/>
                        </a:spcAft>
                        <a:buNone/>
                      </a:pPr>
                      <a:endParaRPr sz="1100"/>
                    </a:p>
                  </a:txBody>
                  <a:tcPr marL="91425" marR="91425" marT="91425" marB="91425">
                    <a:lnL w="9525" cap="flat" cmpd="sng">
                      <a:solidFill>
                        <a:srgbClr val="B7B7B7"/>
                      </a:solidFill>
                      <a:prstDash val="solid"/>
                      <a:round/>
                      <a:headEnd type="none" w="sm" len="sm"/>
                      <a:tailEnd type="none" w="sm" len="sm"/>
                    </a:lnL>
                    <a:lnB w="9525" cap="flat" cmpd="sng">
                      <a:solidFill>
                        <a:srgbClr val="9E9E9E"/>
                      </a:solidFill>
                      <a:prstDash val="solid"/>
                      <a:round/>
                      <a:headEnd type="none" w="sm" len="sm"/>
                      <a:tailEnd type="none" w="sm" len="sm"/>
                    </a:lnB>
                  </a:tcPr>
                </a:tc>
                <a:tc>
                  <a:txBody>
                    <a:bodyPr/>
                    <a:lstStyle/>
                    <a:p>
                      <a:pPr marL="0" lvl="0" indent="0" algn="l" rtl="0">
                        <a:spcBef>
                          <a:spcPts val="0"/>
                        </a:spcBef>
                        <a:spcAft>
                          <a:spcPts val="0"/>
                        </a:spcAft>
                        <a:buNone/>
                      </a:pPr>
                      <a:endParaRPr sz="1100"/>
                    </a:p>
                  </a:txBody>
                  <a:tcPr marL="91425" marR="91425" marT="91425" marB="91425"/>
                </a:tc>
                <a:tc>
                  <a:txBody>
                    <a:bodyPr/>
                    <a:lstStyle/>
                    <a:p>
                      <a:pPr marL="0" lvl="0" indent="0" algn="l" rtl="0">
                        <a:spcBef>
                          <a:spcPts val="0"/>
                        </a:spcBef>
                        <a:spcAft>
                          <a:spcPts val="0"/>
                        </a:spcAft>
                        <a:buNone/>
                      </a:pPr>
                      <a:endParaRPr sz="1100"/>
                    </a:p>
                  </a:txBody>
                  <a:tcPr marL="91425" marR="91425" marT="91425" marB="91425"/>
                </a:tc>
                <a:tc>
                  <a:txBody>
                    <a:bodyPr/>
                    <a:lstStyle/>
                    <a:p>
                      <a:pPr marL="0" lvl="0" indent="0" algn="l" rtl="0">
                        <a:spcBef>
                          <a:spcPts val="0"/>
                        </a:spcBef>
                        <a:spcAft>
                          <a:spcPts val="0"/>
                        </a:spcAft>
                        <a:buNone/>
                      </a:pPr>
                      <a:endParaRPr sz="1100"/>
                    </a:p>
                  </a:txBody>
                  <a:tcPr marL="91425" marR="91425" marT="91425" marB="91425"/>
                </a:tc>
                <a:extLst>
                  <a:ext uri="{0D108BD9-81ED-4DB2-BD59-A6C34878D82A}">
                    <a16:rowId xmlns:a16="http://schemas.microsoft.com/office/drawing/2014/main" val="10001"/>
                  </a:ext>
                </a:extLst>
              </a:tr>
              <a:tr h="381000">
                <a:tc>
                  <a:txBody>
                    <a:bodyPr/>
                    <a:lstStyle/>
                    <a:p>
                      <a:pPr marL="0" lvl="0" indent="0" algn="l" rtl="0">
                        <a:spcBef>
                          <a:spcPts val="0"/>
                        </a:spcBef>
                        <a:spcAft>
                          <a:spcPts val="0"/>
                        </a:spcAft>
                        <a:buNone/>
                      </a:pPr>
                      <a:r>
                        <a:rPr lang="en" sz="1100"/>
                        <a:t>i + 1</a:t>
                      </a:r>
                      <a:endParaRPr sz="1100"/>
                    </a:p>
                  </a:txBody>
                  <a:tcPr marL="91425" marR="91425" marT="91425" marB="91425"/>
                </a:tc>
                <a:tc>
                  <a:txBody>
                    <a:bodyPr/>
                    <a:lstStyle/>
                    <a:p>
                      <a:pPr marL="0" lvl="0" indent="0" algn="l" rtl="0">
                        <a:spcBef>
                          <a:spcPts val="0"/>
                        </a:spcBef>
                        <a:spcAft>
                          <a:spcPts val="0"/>
                        </a:spcAft>
                        <a:buNone/>
                      </a:pPr>
                      <a:endParaRPr sz="1100"/>
                    </a:p>
                  </a:txBody>
                  <a:tcPr marL="91425" marR="91425" marT="91425" marB="91425">
                    <a:lnR w="9525" cap="flat" cmpd="sng">
                      <a:solidFill>
                        <a:srgbClr val="9E9E9E"/>
                      </a:solidFill>
                      <a:prstDash val="solid"/>
                      <a:round/>
                      <a:headEnd type="none" w="sm" len="sm"/>
                      <a:tailEnd type="none" w="sm" len="sm"/>
                    </a:lnR>
                  </a:tcPr>
                </a:tc>
                <a:tc>
                  <a:txBody>
                    <a:bodyPr/>
                    <a:lstStyle/>
                    <a:p>
                      <a:pPr marL="0" lvl="0" indent="0" algn="l" rtl="0">
                        <a:spcBef>
                          <a:spcPts val="0"/>
                        </a:spcBef>
                        <a:spcAft>
                          <a:spcPts val="0"/>
                        </a:spcAft>
                        <a:buNone/>
                      </a:pPr>
                      <a:r>
                        <a:rPr lang="en" sz="1100"/>
                        <a:t>IF</a:t>
                      </a:r>
                      <a:endParaRPr sz="1100"/>
                    </a:p>
                  </a:txBody>
                  <a:tcPr marL="91425" marR="91425" marT="91425" marB="91425">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tc>
                  <a:txBody>
                    <a:bodyPr/>
                    <a:lstStyle/>
                    <a:p>
                      <a:pPr marL="0" lvl="0" indent="0" algn="l" rtl="0">
                        <a:spcBef>
                          <a:spcPts val="0"/>
                        </a:spcBef>
                        <a:spcAft>
                          <a:spcPts val="0"/>
                        </a:spcAft>
                        <a:buNone/>
                      </a:pPr>
                      <a:r>
                        <a:rPr lang="en" sz="1100"/>
                        <a:t>ID</a:t>
                      </a:r>
                      <a:endParaRPr sz="1100"/>
                    </a:p>
                  </a:txBody>
                  <a:tcPr marL="91425" marR="91425" marT="91425" marB="91425">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tc>
                  <a:txBody>
                    <a:bodyPr/>
                    <a:lstStyle/>
                    <a:p>
                      <a:pPr marL="0" lvl="0" indent="0" algn="l" rtl="0">
                        <a:spcBef>
                          <a:spcPts val="0"/>
                        </a:spcBef>
                        <a:spcAft>
                          <a:spcPts val="0"/>
                        </a:spcAft>
                        <a:buNone/>
                      </a:pPr>
                      <a:r>
                        <a:rPr lang="en" sz="1100"/>
                        <a:t>EX</a:t>
                      </a:r>
                      <a:endParaRPr sz="1100"/>
                    </a:p>
                  </a:txBody>
                  <a:tcPr marL="91425" marR="91425" marT="91425" marB="91425">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tc>
                  <a:txBody>
                    <a:bodyPr/>
                    <a:lstStyle/>
                    <a:p>
                      <a:pPr marL="0" lvl="0" indent="0" algn="l" rtl="0">
                        <a:spcBef>
                          <a:spcPts val="0"/>
                        </a:spcBef>
                        <a:spcAft>
                          <a:spcPts val="0"/>
                        </a:spcAft>
                        <a:buNone/>
                      </a:pPr>
                      <a:r>
                        <a:rPr lang="en" sz="1100"/>
                        <a:t>MEM</a:t>
                      </a:r>
                      <a:endParaRPr sz="1100"/>
                    </a:p>
                  </a:txBody>
                  <a:tcPr marL="91425" marR="91425" marT="91425" marB="91425">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B7B7B7"/>
                      </a:solidFill>
                      <a:prstDash val="solid"/>
                      <a:round/>
                      <a:headEnd type="none" w="sm" len="sm"/>
                      <a:tailEnd type="none" w="sm" len="sm"/>
                    </a:lnT>
                    <a:lnB w="9525" cap="flat" cmpd="sng">
                      <a:solidFill>
                        <a:srgbClr val="9E9E9E"/>
                      </a:solidFill>
                      <a:prstDash val="solid"/>
                      <a:round/>
                      <a:headEnd type="none" w="sm" len="sm"/>
                      <a:tailEnd type="none" w="sm" len="sm"/>
                    </a:lnB>
                  </a:tcPr>
                </a:tc>
                <a:tc>
                  <a:txBody>
                    <a:bodyPr/>
                    <a:lstStyle/>
                    <a:p>
                      <a:pPr marL="0" lvl="0" indent="0" algn="l" rtl="0">
                        <a:spcBef>
                          <a:spcPts val="0"/>
                        </a:spcBef>
                        <a:spcAft>
                          <a:spcPts val="0"/>
                        </a:spcAft>
                        <a:buNone/>
                      </a:pPr>
                      <a:r>
                        <a:rPr lang="en" sz="1100"/>
                        <a:t>WB</a:t>
                      </a:r>
                      <a:endParaRPr sz="1100"/>
                    </a:p>
                  </a:txBody>
                  <a:tcPr marL="91425" marR="91425" marT="91425" marB="91425">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solidFill>
                      <a:srgbClr val="B7B7B7"/>
                    </a:solidFill>
                  </a:tcPr>
                </a:tc>
                <a:tc>
                  <a:txBody>
                    <a:bodyPr/>
                    <a:lstStyle/>
                    <a:p>
                      <a:pPr marL="0" lvl="0" indent="0" algn="l" rtl="0">
                        <a:spcBef>
                          <a:spcPts val="0"/>
                        </a:spcBef>
                        <a:spcAft>
                          <a:spcPts val="0"/>
                        </a:spcAft>
                        <a:buNone/>
                      </a:pPr>
                      <a:endParaRPr sz="1100"/>
                    </a:p>
                  </a:txBody>
                  <a:tcPr marL="91425" marR="91425" marT="91425" marB="91425">
                    <a:lnL w="9525" cap="flat" cmpd="sng">
                      <a:solidFill>
                        <a:srgbClr val="9E9E9E"/>
                      </a:solidFill>
                      <a:prstDash val="solid"/>
                      <a:round/>
                      <a:headEnd type="none" w="sm" len="sm"/>
                      <a:tailEnd type="none" w="sm" len="sm"/>
                    </a:lnL>
                    <a:lnB w="9525" cap="flat" cmpd="sng">
                      <a:solidFill>
                        <a:srgbClr val="B7B7B7"/>
                      </a:solidFill>
                      <a:prstDash val="solid"/>
                      <a:round/>
                      <a:headEnd type="none" w="sm" len="sm"/>
                      <a:tailEnd type="none" w="sm" len="sm"/>
                    </a:lnB>
                  </a:tcPr>
                </a:tc>
                <a:tc>
                  <a:txBody>
                    <a:bodyPr/>
                    <a:lstStyle/>
                    <a:p>
                      <a:pPr marL="0" lvl="0" indent="0" algn="l" rtl="0">
                        <a:spcBef>
                          <a:spcPts val="0"/>
                        </a:spcBef>
                        <a:spcAft>
                          <a:spcPts val="0"/>
                        </a:spcAft>
                        <a:buNone/>
                      </a:pPr>
                      <a:endParaRPr sz="1100"/>
                    </a:p>
                  </a:txBody>
                  <a:tcPr marL="91425" marR="91425" marT="91425" marB="91425"/>
                </a:tc>
                <a:tc>
                  <a:txBody>
                    <a:bodyPr/>
                    <a:lstStyle/>
                    <a:p>
                      <a:pPr marL="0" lvl="0" indent="0" algn="l" rtl="0">
                        <a:spcBef>
                          <a:spcPts val="0"/>
                        </a:spcBef>
                        <a:spcAft>
                          <a:spcPts val="0"/>
                        </a:spcAft>
                        <a:buNone/>
                      </a:pPr>
                      <a:endParaRPr sz="1100"/>
                    </a:p>
                  </a:txBody>
                  <a:tcPr marL="91425" marR="91425" marT="91425" marB="91425"/>
                </a:tc>
                <a:extLst>
                  <a:ext uri="{0D108BD9-81ED-4DB2-BD59-A6C34878D82A}">
                    <a16:rowId xmlns:a16="http://schemas.microsoft.com/office/drawing/2014/main" val="10002"/>
                  </a:ext>
                </a:extLst>
              </a:tr>
              <a:tr h="381000">
                <a:tc>
                  <a:txBody>
                    <a:bodyPr/>
                    <a:lstStyle/>
                    <a:p>
                      <a:pPr marL="0" lvl="0" indent="0" algn="l" rtl="0">
                        <a:spcBef>
                          <a:spcPts val="0"/>
                        </a:spcBef>
                        <a:spcAft>
                          <a:spcPts val="0"/>
                        </a:spcAft>
                        <a:buNone/>
                      </a:pPr>
                      <a:r>
                        <a:rPr lang="en" sz="1100"/>
                        <a:t>i + 2</a:t>
                      </a:r>
                      <a:endParaRPr sz="1100"/>
                    </a:p>
                  </a:txBody>
                  <a:tcPr marL="91425" marR="91425" marT="91425" marB="91425"/>
                </a:tc>
                <a:tc>
                  <a:txBody>
                    <a:bodyPr/>
                    <a:lstStyle/>
                    <a:p>
                      <a:pPr marL="0" lvl="0" indent="0" algn="l" rtl="0">
                        <a:spcBef>
                          <a:spcPts val="0"/>
                        </a:spcBef>
                        <a:spcAft>
                          <a:spcPts val="0"/>
                        </a:spcAft>
                        <a:buNone/>
                      </a:pPr>
                      <a:endParaRPr sz="1100"/>
                    </a:p>
                  </a:txBody>
                  <a:tcPr marL="91425" marR="91425" marT="91425" marB="91425"/>
                </a:tc>
                <a:tc>
                  <a:txBody>
                    <a:bodyPr/>
                    <a:lstStyle/>
                    <a:p>
                      <a:pPr marL="0" lvl="0" indent="0" algn="l" rtl="0">
                        <a:spcBef>
                          <a:spcPts val="0"/>
                        </a:spcBef>
                        <a:spcAft>
                          <a:spcPts val="0"/>
                        </a:spcAft>
                        <a:buNone/>
                      </a:pPr>
                      <a:endParaRPr sz="1100"/>
                    </a:p>
                  </a:txBody>
                  <a:tcPr marL="91425" marR="91425" marT="91425" marB="91425">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tcPr>
                </a:tc>
                <a:tc>
                  <a:txBody>
                    <a:bodyPr/>
                    <a:lstStyle/>
                    <a:p>
                      <a:pPr marL="0" lvl="0" indent="0" algn="l" rtl="0">
                        <a:spcBef>
                          <a:spcPts val="0"/>
                        </a:spcBef>
                        <a:spcAft>
                          <a:spcPts val="0"/>
                        </a:spcAft>
                        <a:buNone/>
                      </a:pPr>
                      <a:r>
                        <a:rPr lang="en" sz="1100"/>
                        <a:t>IF</a:t>
                      </a:r>
                      <a:endParaRPr sz="1100"/>
                    </a:p>
                  </a:txBody>
                  <a:tcPr marL="91425" marR="91425" marT="91425" marB="91425">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tc>
                  <a:txBody>
                    <a:bodyPr/>
                    <a:lstStyle/>
                    <a:p>
                      <a:pPr marL="0" lvl="0" indent="0" algn="l" rtl="0">
                        <a:spcBef>
                          <a:spcPts val="0"/>
                        </a:spcBef>
                        <a:spcAft>
                          <a:spcPts val="0"/>
                        </a:spcAft>
                        <a:buNone/>
                      </a:pPr>
                      <a:r>
                        <a:rPr lang="en" sz="1100"/>
                        <a:t>ID</a:t>
                      </a:r>
                      <a:endParaRPr sz="1100"/>
                    </a:p>
                  </a:txBody>
                  <a:tcPr marL="91425" marR="91425" marT="91425" marB="91425">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tc>
                  <a:txBody>
                    <a:bodyPr/>
                    <a:lstStyle/>
                    <a:p>
                      <a:pPr marL="0" lvl="0" indent="0" algn="l" rtl="0">
                        <a:spcBef>
                          <a:spcPts val="0"/>
                        </a:spcBef>
                        <a:spcAft>
                          <a:spcPts val="0"/>
                        </a:spcAft>
                        <a:buNone/>
                      </a:pPr>
                      <a:r>
                        <a:rPr lang="en" sz="1100"/>
                        <a:t>EX</a:t>
                      </a:r>
                      <a:endParaRPr sz="1100"/>
                    </a:p>
                  </a:txBody>
                  <a:tcPr marL="91425" marR="91425" marT="91425" marB="91425">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tc>
                  <a:txBody>
                    <a:bodyPr/>
                    <a:lstStyle/>
                    <a:p>
                      <a:pPr marL="0" lvl="0" indent="0" algn="l" rtl="0">
                        <a:spcBef>
                          <a:spcPts val="0"/>
                        </a:spcBef>
                        <a:spcAft>
                          <a:spcPts val="0"/>
                        </a:spcAft>
                        <a:buNone/>
                      </a:pPr>
                      <a:r>
                        <a:rPr lang="en" sz="1100"/>
                        <a:t>MEM</a:t>
                      </a:r>
                      <a:endParaRPr sz="1100"/>
                    </a:p>
                  </a:txBody>
                  <a:tcPr marL="91425" marR="91425" marT="91425" marB="91425">
                    <a:lnL w="9525" cap="flat" cmpd="sng">
                      <a:solidFill>
                        <a:srgbClr val="9E9E9E"/>
                      </a:solidFill>
                      <a:prstDash val="solid"/>
                      <a:round/>
                      <a:headEnd type="none" w="sm" len="sm"/>
                      <a:tailEnd type="none" w="sm" len="sm"/>
                    </a:lnL>
                    <a:lnR w="9525" cap="flat" cmpd="sng">
                      <a:solidFill>
                        <a:srgbClr val="B7B7B7"/>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tc>
                  <a:txBody>
                    <a:bodyPr/>
                    <a:lstStyle/>
                    <a:p>
                      <a:pPr marL="0" lvl="0" indent="0" algn="l" rtl="0">
                        <a:spcBef>
                          <a:spcPts val="0"/>
                        </a:spcBef>
                        <a:spcAft>
                          <a:spcPts val="0"/>
                        </a:spcAft>
                        <a:buNone/>
                      </a:pPr>
                      <a:r>
                        <a:rPr lang="en" sz="1100"/>
                        <a:t>WB</a:t>
                      </a:r>
                      <a:endParaRPr sz="1100"/>
                    </a:p>
                  </a:txBody>
                  <a:tcPr marL="91425" marR="91425" marT="91425" marB="91425">
                    <a:lnL w="9525" cap="flat" cmpd="sng">
                      <a:solidFill>
                        <a:srgbClr val="B7B7B7"/>
                      </a:solidFill>
                      <a:prstDash val="solid"/>
                      <a:round/>
                      <a:headEnd type="none" w="sm" len="sm"/>
                      <a:tailEnd type="none" w="sm" len="sm"/>
                    </a:lnL>
                    <a:lnR w="9525" cap="flat" cmpd="sng">
                      <a:solidFill>
                        <a:srgbClr val="B7B7B7"/>
                      </a:solidFill>
                      <a:prstDash val="solid"/>
                      <a:round/>
                      <a:headEnd type="none" w="sm" len="sm"/>
                      <a:tailEnd type="none" w="sm" len="sm"/>
                    </a:lnR>
                    <a:lnT w="9525" cap="flat" cmpd="sng">
                      <a:solidFill>
                        <a:srgbClr val="B7B7B7"/>
                      </a:solidFill>
                      <a:prstDash val="solid"/>
                      <a:round/>
                      <a:headEnd type="none" w="sm" len="sm"/>
                      <a:tailEnd type="none" w="sm" len="sm"/>
                    </a:lnT>
                    <a:lnB w="9525" cap="flat" cmpd="sng">
                      <a:solidFill>
                        <a:srgbClr val="B7B7B7"/>
                      </a:solidFill>
                      <a:prstDash val="solid"/>
                      <a:round/>
                      <a:headEnd type="none" w="sm" len="sm"/>
                      <a:tailEnd type="none" w="sm" len="sm"/>
                    </a:lnB>
                    <a:solidFill>
                      <a:srgbClr val="B7B7B7"/>
                    </a:solidFill>
                  </a:tcPr>
                </a:tc>
                <a:tc>
                  <a:txBody>
                    <a:bodyPr/>
                    <a:lstStyle/>
                    <a:p>
                      <a:pPr marL="0" lvl="0" indent="0" algn="l" rtl="0">
                        <a:spcBef>
                          <a:spcPts val="0"/>
                        </a:spcBef>
                        <a:spcAft>
                          <a:spcPts val="0"/>
                        </a:spcAft>
                        <a:buNone/>
                      </a:pPr>
                      <a:endParaRPr sz="1100"/>
                    </a:p>
                  </a:txBody>
                  <a:tcPr marL="91425" marR="91425" marT="91425" marB="91425">
                    <a:lnL w="9525" cap="flat" cmpd="sng">
                      <a:solidFill>
                        <a:srgbClr val="B7B7B7"/>
                      </a:solidFill>
                      <a:prstDash val="solid"/>
                      <a:round/>
                      <a:headEnd type="none" w="sm" len="sm"/>
                      <a:tailEnd type="none" w="sm" len="sm"/>
                    </a:lnL>
                    <a:lnB w="9525" cap="flat" cmpd="sng">
                      <a:solidFill>
                        <a:srgbClr val="B7B7B7"/>
                      </a:solidFill>
                      <a:prstDash val="solid"/>
                      <a:round/>
                      <a:headEnd type="none" w="sm" len="sm"/>
                      <a:tailEnd type="none" w="sm" len="sm"/>
                    </a:lnB>
                  </a:tcPr>
                </a:tc>
                <a:tc>
                  <a:txBody>
                    <a:bodyPr/>
                    <a:lstStyle/>
                    <a:p>
                      <a:pPr marL="0" lvl="0" indent="0" algn="l" rtl="0">
                        <a:spcBef>
                          <a:spcPts val="0"/>
                        </a:spcBef>
                        <a:spcAft>
                          <a:spcPts val="0"/>
                        </a:spcAft>
                        <a:buNone/>
                      </a:pPr>
                      <a:endParaRPr sz="1100"/>
                    </a:p>
                  </a:txBody>
                  <a:tcPr marL="91425" marR="91425" marT="91425" marB="91425"/>
                </a:tc>
                <a:extLst>
                  <a:ext uri="{0D108BD9-81ED-4DB2-BD59-A6C34878D82A}">
                    <a16:rowId xmlns:a16="http://schemas.microsoft.com/office/drawing/2014/main" val="10003"/>
                  </a:ext>
                </a:extLst>
              </a:tr>
              <a:tr h="381000">
                <a:tc>
                  <a:txBody>
                    <a:bodyPr/>
                    <a:lstStyle/>
                    <a:p>
                      <a:pPr marL="0" lvl="0" indent="0" algn="l" rtl="0">
                        <a:spcBef>
                          <a:spcPts val="0"/>
                        </a:spcBef>
                        <a:spcAft>
                          <a:spcPts val="0"/>
                        </a:spcAft>
                        <a:buNone/>
                      </a:pPr>
                      <a:r>
                        <a:rPr lang="en" sz="1100"/>
                        <a:t>i + 3</a:t>
                      </a:r>
                      <a:endParaRPr sz="1100"/>
                    </a:p>
                  </a:txBody>
                  <a:tcPr marL="91425" marR="91425" marT="91425" marB="91425"/>
                </a:tc>
                <a:tc>
                  <a:txBody>
                    <a:bodyPr/>
                    <a:lstStyle/>
                    <a:p>
                      <a:pPr marL="0" lvl="0" indent="0" algn="l" rtl="0">
                        <a:spcBef>
                          <a:spcPts val="0"/>
                        </a:spcBef>
                        <a:spcAft>
                          <a:spcPts val="0"/>
                        </a:spcAft>
                        <a:buNone/>
                      </a:pPr>
                      <a:endParaRPr sz="1100"/>
                    </a:p>
                  </a:txBody>
                  <a:tcPr marL="91425" marR="91425" marT="91425" marB="91425"/>
                </a:tc>
                <a:tc>
                  <a:txBody>
                    <a:bodyPr/>
                    <a:lstStyle/>
                    <a:p>
                      <a:pPr marL="0" lvl="0" indent="0" algn="l" rtl="0">
                        <a:spcBef>
                          <a:spcPts val="0"/>
                        </a:spcBef>
                        <a:spcAft>
                          <a:spcPts val="0"/>
                        </a:spcAft>
                        <a:buNone/>
                      </a:pPr>
                      <a:endParaRPr sz="1100"/>
                    </a:p>
                  </a:txBody>
                  <a:tcPr marL="91425" marR="91425" marT="91425" marB="91425"/>
                </a:tc>
                <a:tc>
                  <a:txBody>
                    <a:bodyPr/>
                    <a:lstStyle/>
                    <a:p>
                      <a:pPr marL="0" lvl="0" indent="0" algn="l" rtl="0">
                        <a:spcBef>
                          <a:spcPts val="0"/>
                        </a:spcBef>
                        <a:spcAft>
                          <a:spcPts val="0"/>
                        </a:spcAft>
                        <a:buNone/>
                      </a:pPr>
                      <a:endParaRPr sz="1100"/>
                    </a:p>
                  </a:txBody>
                  <a:tcPr marL="91425" marR="91425" marT="91425" marB="91425">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tcPr>
                </a:tc>
                <a:tc>
                  <a:txBody>
                    <a:bodyPr/>
                    <a:lstStyle/>
                    <a:p>
                      <a:pPr marL="0" lvl="0" indent="0" algn="l" rtl="0">
                        <a:spcBef>
                          <a:spcPts val="0"/>
                        </a:spcBef>
                        <a:spcAft>
                          <a:spcPts val="0"/>
                        </a:spcAft>
                        <a:buNone/>
                      </a:pPr>
                      <a:r>
                        <a:rPr lang="en" sz="1100"/>
                        <a:t>IF</a:t>
                      </a:r>
                      <a:endParaRPr sz="1100"/>
                    </a:p>
                  </a:txBody>
                  <a:tcPr marL="91425" marR="91425" marT="91425" marB="91425">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tc>
                  <a:txBody>
                    <a:bodyPr/>
                    <a:lstStyle/>
                    <a:p>
                      <a:pPr marL="0" lvl="0" indent="0" algn="l" rtl="0">
                        <a:spcBef>
                          <a:spcPts val="0"/>
                        </a:spcBef>
                        <a:spcAft>
                          <a:spcPts val="0"/>
                        </a:spcAft>
                        <a:buNone/>
                      </a:pPr>
                      <a:r>
                        <a:rPr lang="en" sz="1100"/>
                        <a:t>ID</a:t>
                      </a:r>
                      <a:endParaRPr sz="1100"/>
                    </a:p>
                  </a:txBody>
                  <a:tcPr marL="91425" marR="91425" marT="91425" marB="91425">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tc>
                  <a:txBody>
                    <a:bodyPr/>
                    <a:lstStyle/>
                    <a:p>
                      <a:pPr marL="0" lvl="0" indent="0" algn="l" rtl="0">
                        <a:spcBef>
                          <a:spcPts val="0"/>
                        </a:spcBef>
                        <a:spcAft>
                          <a:spcPts val="0"/>
                        </a:spcAft>
                        <a:buNone/>
                      </a:pPr>
                      <a:r>
                        <a:rPr lang="en" sz="1100"/>
                        <a:t>EX</a:t>
                      </a:r>
                      <a:endParaRPr sz="1100"/>
                    </a:p>
                  </a:txBody>
                  <a:tcPr marL="91425" marR="91425" marT="91425" marB="91425">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tc>
                  <a:txBody>
                    <a:bodyPr/>
                    <a:lstStyle/>
                    <a:p>
                      <a:pPr marL="0" lvl="0" indent="0" algn="l" rtl="0">
                        <a:spcBef>
                          <a:spcPts val="0"/>
                        </a:spcBef>
                        <a:spcAft>
                          <a:spcPts val="0"/>
                        </a:spcAft>
                        <a:buNone/>
                      </a:pPr>
                      <a:r>
                        <a:rPr lang="en" sz="1100"/>
                        <a:t>MEM</a:t>
                      </a:r>
                      <a:endParaRPr sz="1100"/>
                    </a:p>
                  </a:txBody>
                  <a:tcPr marL="91425" marR="91425" marT="91425" marB="91425">
                    <a:lnL w="9525" cap="flat" cmpd="sng">
                      <a:solidFill>
                        <a:srgbClr val="9E9E9E"/>
                      </a:solidFill>
                      <a:prstDash val="solid"/>
                      <a:round/>
                      <a:headEnd type="none" w="sm" len="sm"/>
                      <a:tailEnd type="none" w="sm" len="sm"/>
                    </a:lnL>
                    <a:lnR w="9525" cap="flat" cmpd="sng">
                      <a:solidFill>
                        <a:srgbClr val="B7B7B7"/>
                      </a:solidFill>
                      <a:prstDash val="solid"/>
                      <a:round/>
                      <a:headEnd type="none" w="sm" len="sm"/>
                      <a:tailEnd type="none" w="sm" len="sm"/>
                    </a:lnR>
                    <a:lnT w="9525" cap="flat" cmpd="sng">
                      <a:solidFill>
                        <a:srgbClr val="B7B7B7"/>
                      </a:solidFill>
                      <a:prstDash val="solid"/>
                      <a:round/>
                      <a:headEnd type="none" w="sm" len="sm"/>
                      <a:tailEnd type="none" w="sm" len="sm"/>
                    </a:lnT>
                    <a:lnB w="9525" cap="flat" cmpd="sng">
                      <a:solidFill>
                        <a:srgbClr val="9E9E9E"/>
                      </a:solidFill>
                      <a:prstDash val="solid"/>
                      <a:round/>
                      <a:headEnd type="none" w="sm" len="sm"/>
                      <a:tailEnd type="none" w="sm" len="sm"/>
                    </a:lnB>
                  </a:tcPr>
                </a:tc>
                <a:tc>
                  <a:txBody>
                    <a:bodyPr/>
                    <a:lstStyle/>
                    <a:p>
                      <a:pPr marL="0" lvl="0" indent="0" algn="l" rtl="0">
                        <a:spcBef>
                          <a:spcPts val="0"/>
                        </a:spcBef>
                        <a:spcAft>
                          <a:spcPts val="0"/>
                        </a:spcAft>
                        <a:buNone/>
                      </a:pPr>
                      <a:r>
                        <a:rPr lang="en" sz="1100"/>
                        <a:t>WB</a:t>
                      </a:r>
                      <a:endParaRPr sz="1100"/>
                    </a:p>
                  </a:txBody>
                  <a:tcPr marL="91425" marR="91425" marT="91425" marB="91425">
                    <a:lnL w="9525" cap="flat" cmpd="sng">
                      <a:solidFill>
                        <a:srgbClr val="B7B7B7"/>
                      </a:solidFill>
                      <a:prstDash val="solid"/>
                      <a:round/>
                      <a:headEnd type="none" w="sm" len="sm"/>
                      <a:tailEnd type="none" w="sm" len="sm"/>
                    </a:lnL>
                    <a:lnR w="9525" cap="flat" cmpd="sng">
                      <a:solidFill>
                        <a:srgbClr val="B7B7B7"/>
                      </a:solidFill>
                      <a:prstDash val="solid"/>
                      <a:round/>
                      <a:headEnd type="none" w="sm" len="sm"/>
                      <a:tailEnd type="none" w="sm" len="sm"/>
                    </a:lnR>
                    <a:lnT w="9525" cap="flat" cmpd="sng">
                      <a:solidFill>
                        <a:srgbClr val="B7B7B7"/>
                      </a:solidFill>
                      <a:prstDash val="solid"/>
                      <a:round/>
                      <a:headEnd type="none" w="sm" len="sm"/>
                      <a:tailEnd type="none" w="sm" len="sm"/>
                    </a:lnT>
                    <a:lnB w="9525" cap="flat" cmpd="sng">
                      <a:solidFill>
                        <a:srgbClr val="B7B7B7"/>
                      </a:solidFill>
                      <a:prstDash val="solid"/>
                      <a:round/>
                      <a:headEnd type="none" w="sm" len="sm"/>
                      <a:tailEnd type="none" w="sm" len="sm"/>
                    </a:lnB>
                    <a:solidFill>
                      <a:srgbClr val="B7B7B7"/>
                    </a:solidFill>
                  </a:tcPr>
                </a:tc>
                <a:tc>
                  <a:txBody>
                    <a:bodyPr/>
                    <a:lstStyle/>
                    <a:p>
                      <a:pPr marL="0" lvl="0" indent="0" algn="l" rtl="0">
                        <a:spcBef>
                          <a:spcPts val="0"/>
                        </a:spcBef>
                        <a:spcAft>
                          <a:spcPts val="0"/>
                        </a:spcAft>
                        <a:buNone/>
                      </a:pPr>
                      <a:endParaRPr sz="1100"/>
                    </a:p>
                  </a:txBody>
                  <a:tcPr marL="91425" marR="91425" marT="91425" marB="91425">
                    <a:lnL w="9525" cap="flat" cmpd="sng">
                      <a:solidFill>
                        <a:srgbClr val="B7B7B7"/>
                      </a:solidFill>
                      <a:prstDash val="solid"/>
                      <a:round/>
                      <a:headEnd type="none" w="sm" len="sm"/>
                      <a:tailEnd type="none" w="sm" len="sm"/>
                    </a:lnL>
                    <a:lnB w="9525" cap="flat" cmpd="sng">
                      <a:solidFill>
                        <a:srgbClr val="9E9E9E"/>
                      </a:solidFill>
                      <a:prstDash val="solid"/>
                      <a:round/>
                      <a:headEnd type="none" w="sm" len="sm"/>
                      <a:tailEnd type="none" w="sm" len="sm"/>
                    </a:lnB>
                  </a:tcPr>
                </a:tc>
                <a:extLst>
                  <a:ext uri="{0D108BD9-81ED-4DB2-BD59-A6C34878D82A}">
                    <a16:rowId xmlns:a16="http://schemas.microsoft.com/office/drawing/2014/main" val="10004"/>
                  </a:ext>
                </a:extLst>
              </a:tr>
              <a:tr h="381000">
                <a:tc>
                  <a:txBody>
                    <a:bodyPr/>
                    <a:lstStyle/>
                    <a:p>
                      <a:pPr marL="0" lvl="0" indent="0" algn="l" rtl="0">
                        <a:spcBef>
                          <a:spcPts val="0"/>
                        </a:spcBef>
                        <a:spcAft>
                          <a:spcPts val="0"/>
                        </a:spcAft>
                        <a:buNone/>
                      </a:pPr>
                      <a:r>
                        <a:rPr lang="en" sz="1100"/>
                        <a:t>i + 4</a:t>
                      </a:r>
                      <a:endParaRPr sz="1100"/>
                    </a:p>
                  </a:txBody>
                  <a:tcPr marL="91425" marR="91425" marT="91425" marB="91425"/>
                </a:tc>
                <a:tc>
                  <a:txBody>
                    <a:bodyPr/>
                    <a:lstStyle/>
                    <a:p>
                      <a:pPr marL="0" lvl="0" indent="0" algn="l" rtl="0">
                        <a:spcBef>
                          <a:spcPts val="0"/>
                        </a:spcBef>
                        <a:spcAft>
                          <a:spcPts val="0"/>
                        </a:spcAft>
                        <a:buNone/>
                      </a:pPr>
                      <a:endParaRPr sz="1100"/>
                    </a:p>
                  </a:txBody>
                  <a:tcPr marL="91425" marR="91425" marT="91425" marB="91425"/>
                </a:tc>
                <a:tc>
                  <a:txBody>
                    <a:bodyPr/>
                    <a:lstStyle/>
                    <a:p>
                      <a:pPr marL="0" lvl="0" indent="0" algn="l" rtl="0">
                        <a:spcBef>
                          <a:spcPts val="0"/>
                        </a:spcBef>
                        <a:spcAft>
                          <a:spcPts val="0"/>
                        </a:spcAft>
                        <a:buNone/>
                      </a:pPr>
                      <a:endParaRPr sz="1100"/>
                    </a:p>
                  </a:txBody>
                  <a:tcPr marL="91425" marR="91425" marT="91425" marB="91425"/>
                </a:tc>
                <a:tc>
                  <a:txBody>
                    <a:bodyPr/>
                    <a:lstStyle/>
                    <a:p>
                      <a:pPr marL="0" lvl="0" indent="0" algn="l" rtl="0">
                        <a:spcBef>
                          <a:spcPts val="0"/>
                        </a:spcBef>
                        <a:spcAft>
                          <a:spcPts val="0"/>
                        </a:spcAft>
                        <a:buNone/>
                      </a:pPr>
                      <a:endParaRPr sz="1100"/>
                    </a:p>
                  </a:txBody>
                  <a:tcPr marL="91425" marR="91425" marT="91425" marB="91425"/>
                </a:tc>
                <a:tc>
                  <a:txBody>
                    <a:bodyPr/>
                    <a:lstStyle/>
                    <a:p>
                      <a:pPr marL="0" lvl="0" indent="0" algn="l" rtl="0">
                        <a:spcBef>
                          <a:spcPts val="0"/>
                        </a:spcBef>
                        <a:spcAft>
                          <a:spcPts val="0"/>
                        </a:spcAft>
                        <a:buNone/>
                      </a:pPr>
                      <a:endParaRPr sz="1100"/>
                    </a:p>
                  </a:txBody>
                  <a:tcPr marL="91425" marR="91425" marT="91425" marB="91425">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tcPr>
                </a:tc>
                <a:tc>
                  <a:txBody>
                    <a:bodyPr/>
                    <a:lstStyle/>
                    <a:p>
                      <a:pPr marL="0" lvl="0" indent="0" algn="l" rtl="0">
                        <a:spcBef>
                          <a:spcPts val="0"/>
                        </a:spcBef>
                        <a:spcAft>
                          <a:spcPts val="0"/>
                        </a:spcAft>
                        <a:buNone/>
                      </a:pPr>
                      <a:r>
                        <a:rPr lang="en" sz="1100"/>
                        <a:t>IF</a:t>
                      </a:r>
                      <a:endParaRPr sz="1100"/>
                    </a:p>
                  </a:txBody>
                  <a:tcPr marL="91425" marR="91425" marT="91425" marB="91425">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tc>
                  <a:txBody>
                    <a:bodyPr/>
                    <a:lstStyle/>
                    <a:p>
                      <a:pPr marL="0" lvl="0" indent="0" algn="l" rtl="0">
                        <a:spcBef>
                          <a:spcPts val="0"/>
                        </a:spcBef>
                        <a:spcAft>
                          <a:spcPts val="0"/>
                        </a:spcAft>
                        <a:buNone/>
                      </a:pPr>
                      <a:r>
                        <a:rPr lang="en" sz="1100"/>
                        <a:t>ID</a:t>
                      </a:r>
                      <a:endParaRPr sz="1100"/>
                    </a:p>
                  </a:txBody>
                  <a:tcPr marL="91425" marR="91425" marT="91425" marB="91425">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tc>
                  <a:txBody>
                    <a:bodyPr/>
                    <a:lstStyle/>
                    <a:p>
                      <a:pPr marL="0" lvl="0" indent="0" algn="l" rtl="0">
                        <a:spcBef>
                          <a:spcPts val="0"/>
                        </a:spcBef>
                        <a:spcAft>
                          <a:spcPts val="0"/>
                        </a:spcAft>
                        <a:buNone/>
                      </a:pPr>
                      <a:r>
                        <a:rPr lang="en" sz="1100"/>
                        <a:t>EX</a:t>
                      </a:r>
                      <a:endParaRPr sz="1100"/>
                    </a:p>
                  </a:txBody>
                  <a:tcPr marL="91425" marR="91425" marT="91425" marB="91425">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tc>
                  <a:txBody>
                    <a:bodyPr/>
                    <a:lstStyle/>
                    <a:p>
                      <a:pPr marL="0" lvl="0" indent="0" algn="l" rtl="0">
                        <a:spcBef>
                          <a:spcPts val="0"/>
                        </a:spcBef>
                        <a:spcAft>
                          <a:spcPts val="0"/>
                        </a:spcAft>
                        <a:buNone/>
                      </a:pPr>
                      <a:r>
                        <a:rPr lang="en" sz="1100"/>
                        <a:t>MEM</a:t>
                      </a:r>
                      <a:endParaRPr sz="1100"/>
                    </a:p>
                  </a:txBody>
                  <a:tcPr marL="91425" marR="91425" marT="91425" marB="91425">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B7B7B7"/>
                      </a:solidFill>
                      <a:prstDash val="solid"/>
                      <a:round/>
                      <a:headEnd type="none" w="sm" len="sm"/>
                      <a:tailEnd type="none" w="sm" len="sm"/>
                    </a:lnT>
                    <a:lnB w="9525" cap="flat" cmpd="sng">
                      <a:solidFill>
                        <a:srgbClr val="9E9E9E"/>
                      </a:solidFill>
                      <a:prstDash val="solid"/>
                      <a:round/>
                      <a:headEnd type="none" w="sm" len="sm"/>
                      <a:tailEnd type="none" w="sm" len="sm"/>
                    </a:lnB>
                  </a:tcPr>
                </a:tc>
                <a:tc>
                  <a:txBody>
                    <a:bodyPr/>
                    <a:lstStyle/>
                    <a:p>
                      <a:pPr marL="0" lvl="0" indent="0" algn="l" rtl="0">
                        <a:spcBef>
                          <a:spcPts val="0"/>
                        </a:spcBef>
                        <a:spcAft>
                          <a:spcPts val="0"/>
                        </a:spcAft>
                        <a:buNone/>
                      </a:pPr>
                      <a:r>
                        <a:rPr lang="en" sz="1100"/>
                        <a:t>WB</a:t>
                      </a:r>
                      <a:endParaRPr sz="1100"/>
                    </a:p>
                  </a:txBody>
                  <a:tcPr marL="91425" marR="91425" marT="91425" marB="91425">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solidFill>
                      <a:srgbClr val="B7B7B7"/>
                    </a:solidFill>
                  </a:tcPr>
                </a:tc>
                <a:extLst>
                  <a:ext uri="{0D108BD9-81ED-4DB2-BD59-A6C34878D82A}">
                    <a16:rowId xmlns:a16="http://schemas.microsoft.com/office/drawing/2014/main" val="10005"/>
                  </a:ext>
                </a:extLst>
              </a:tr>
            </a:tbl>
          </a:graphicData>
        </a:graphic>
      </p:graphicFrame>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09"/>
        <p:cNvGrpSpPr/>
        <p:nvPr/>
      </p:nvGrpSpPr>
      <p:grpSpPr>
        <a:xfrm>
          <a:off x="0" y="0"/>
          <a:ext cx="0" cy="0"/>
          <a:chOff x="0" y="0"/>
          <a:chExt cx="0" cy="0"/>
        </a:xfrm>
      </p:grpSpPr>
      <p:sp>
        <p:nvSpPr>
          <p:cNvPr id="110" name="Google Shape;110;p21"/>
          <p:cNvSpPr txBox="1">
            <a:spLocks noGrp="1"/>
          </p:cNvSpPr>
          <p:nvPr>
            <p:ph type="title"/>
          </p:nvPr>
        </p:nvSpPr>
        <p:spPr>
          <a:xfrm>
            <a:off x="203100" y="431175"/>
            <a:ext cx="8737800" cy="1126500"/>
          </a:xfrm>
          <a:prstGeom prst="rect">
            <a:avLst/>
          </a:prstGeom>
        </p:spPr>
        <p:txBody>
          <a:bodyPr spcFirstLastPara="1" wrap="square" lIns="91425" tIns="91425" rIns="91425" bIns="91425" anchor="t" anchorCtr="0">
            <a:normAutofit fontScale="90000"/>
          </a:bodyPr>
          <a:lstStyle/>
          <a:p>
            <a:pPr marL="0" lvl="0" indent="0" algn="just" rtl="0">
              <a:lnSpc>
                <a:spcPct val="115000"/>
              </a:lnSpc>
              <a:spcBef>
                <a:spcPts val="1200"/>
              </a:spcBef>
              <a:spcAft>
                <a:spcPts val="0"/>
              </a:spcAft>
              <a:buClr>
                <a:schemeClr val="dk1"/>
              </a:buClr>
              <a:buSzPct val="54395"/>
              <a:buFont typeface="Arial"/>
              <a:buNone/>
            </a:pPr>
            <a:r>
              <a:rPr lang="en" sz="1820"/>
              <a:t>(II) A normal in-order 5 stage MIPS pipeline can achieve an IPC larger than 1: </a:t>
            </a:r>
            <a:r>
              <a:rPr lang="en" sz="1820" b="1"/>
              <a:t>FALSE</a:t>
            </a:r>
            <a:endParaRPr sz="1820" b="1"/>
          </a:p>
          <a:p>
            <a:pPr marL="0" lvl="0" indent="0" algn="just" rtl="0">
              <a:lnSpc>
                <a:spcPct val="115000"/>
              </a:lnSpc>
              <a:spcBef>
                <a:spcPts val="1200"/>
              </a:spcBef>
              <a:spcAft>
                <a:spcPts val="1200"/>
              </a:spcAft>
              <a:buClr>
                <a:schemeClr val="dk1"/>
              </a:buClr>
              <a:buSzPct val="54395"/>
              <a:buFont typeface="Arial"/>
              <a:buNone/>
            </a:pPr>
            <a:r>
              <a:rPr lang="en" sz="1820"/>
              <a:t>IPC &gt; 1 means we should be able to complete more than one instruction per clock cycle which is impossible in this case.</a:t>
            </a:r>
            <a:endParaRPr sz="1820"/>
          </a:p>
        </p:txBody>
      </p:sp>
      <p:graphicFrame>
        <p:nvGraphicFramePr>
          <p:cNvPr id="111" name="Google Shape;111;p21"/>
          <p:cNvGraphicFramePr/>
          <p:nvPr/>
        </p:nvGraphicFramePr>
        <p:xfrm>
          <a:off x="952500" y="2038350"/>
          <a:ext cx="7239000" cy="2362170"/>
        </p:xfrm>
        <a:graphic>
          <a:graphicData uri="http://schemas.openxmlformats.org/drawingml/2006/table">
            <a:tbl>
              <a:tblPr>
                <a:noFill/>
                <a:tableStyleId>{DDE15ECB-2B40-4FA0-9F4C-C3E28599D91B}</a:tableStyleId>
              </a:tblPr>
              <a:tblGrid>
                <a:gridCol w="723900">
                  <a:extLst>
                    <a:ext uri="{9D8B030D-6E8A-4147-A177-3AD203B41FA5}">
                      <a16:colId xmlns:a16="http://schemas.microsoft.com/office/drawing/2014/main" val="20000"/>
                    </a:ext>
                  </a:extLst>
                </a:gridCol>
                <a:gridCol w="723900">
                  <a:extLst>
                    <a:ext uri="{9D8B030D-6E8A-4147-A177-3AD203B41FA5}">
                      <a16:colId xmlns:a16="http://schemas.microsoft.com/office/drawing/2014/main" val="20001"/>
                    </a:ext>
                  </a:extLst>
                </a:gridCol>
                <a:gridCol w="723900">
                  <a:extLst>
                    <a:ext uri="{9D8B030D-6E8A-4147-A177-3AD203B41FA5}">
                      <a16:colId xmlns:a16="http://schemas.microsoft.com/office/drawing/2014/main" val="20002"/>
                    </a:ext>
                  </a:extLst>
                </a:gridCol>
                <a:gridCol w="723900">
                  <a:extLst>
                    <a:ext uri="{9D8B030D-6E8A-4147-A177-3AD203B41FA5}">
                      <a16:colId xmlns:a16="http://schemas.microsoft.com/office/drawing/2014/main" val="20003"/>
                    </a:ext>
                  </a:extLst>
                </a:gridCol>
                <a:gridCol w="723900">
                  <a:extLst>
                    <a:ext uri="{9D8B030D-6E8A-4147-A177-3AD203B41FA5}">
                      <a16:colId xmlns:a16="http://schemas.microsoft.com/office/drawing/2014/main" val="20004"/>
                    </a:ext>
                  </a:extLst>
                </a:gridCol>
                <a:gridCol w="723900">
                  <a:extLst>
                    <a:ext uri="{9D8B030D-6E8A-4147-A177-3AD203B41FA5}">
                      <a16:colId xmlns:a16="http://schemas.microsoft.com/office/drawing/2014/main" val="20005"/>
                    </a:ext>
                  </a:extLst>
                </a:gridCol>
                <a:gridCol w="723900">
                  <a:extLst>
                    <a:ext uri="{9D8B030D-6E8A-4147-A177-3AD203B41FA5}">
                      <a16:colId xmlns:a16="http://schemas.microsoft.com/office/drawing/2014/main" val="20006"/>
                    </a:ext>
                  </a:extLst>
                </a:gridCol>
                <a:gridCol w="723900">
                  <a:extLst>
                    <a:ext uri="{9D8B030D-6E8A-4147-A177-3AD203B41FA5}">
                      <a16:colId xmlns:a16="http://schemas.microsoft.com/office/drawing/2014/main" val="20007"/>
                    </a:ext>
                  </a:extLst>
                </a:gridCol>
                <a:gridCol w="723900">
                  <a:extLst>
                    <a:ext uri="{9D8B030D-6E8A-4147-A177-3AD203B41FA5}">
                      <a16:colId xmlns:a16="http://schemas.microsoft.com/office/drawing/2014/main" val="20008"/>
                    </a:ext>
                  </a:extLst>
                </a:gridCol>
                <a:gridCol w="723900">
                  <a:extLst>
                    <a:ext uri="{9D8B030D-6E8A-4147-A177-3AD203B41FA5}">
                      <a16:colId xmlns:a16="http://schemas.microsoft.com/office/drawing/2014/main" val="20009"/>
                    </a:ext>
                  </a:extLst>
                </a:gridCol>
              </a:tblGrid>
              <a:tr h="381000">
                <a:tc>
                  <a:txBody>
                    <a:bodyPr/>
                    <a:lstStyle/>
                    <a:p>
                      <a:pPr marL="0" lvl="0" indent="0" algn="ctr" rtl="0">
                        <a:spcBef>
                          <a:spcPts val="0"/>
                        </a:spcBef>
                        <a:spcAft>
                          <a:spcPts val="0"/>
                        </a:spcAft>
                        <a:buNone/>
                      </a:pPr>
                      <a:r>
                        <a:rPr lang="en" sz="900"/>
                        <a:t>Instruction number</a:t>
                      </a:r>
                      <a:endParaRPr sz="900"/>
                    </a:p>
                  </a:txBody>
                  <a:tcPr marL="91425" marR="91425" marT="91425" marB="91425"/>
                </a:tc>
                <a:tc>
                  <a:txBody>
                    <a:bodyPr/>
                    <a:lstStyle/>
                    <a:p>
                      <a:pPr marL="0" lvl="0" indent="0" algn="l" rtl="0">
                        <a:spcBef>
                          <a:spcPts val="0"/>
                        </a:spcBef>
                        <a:spcAft>
                          <a:spcPts val="0"/>
                        </a:spcAft>
                        <a:buNone/>
                      </a:pPr>
                      <a:r>
                        <a:rPr lang="en" sz="1100"/>
                        <a:t>1</a:t>
                      </a:r>
                      <a:endParaRPr sz="1100"/>
                    </a:p>
                  </a:txBody>
                  <a:tcPr marL="91425" marR="91425" marT="91425" marB="91425"/>
                </a:tc>
                <a:tc>
                  <a:txBody>
                    <a:bodyPr/>
                    <a:lstStyle/>
                    <a:p>
                      <a:pPr marL="0" lvl="0" indent="0" algn="l" rtl="0">
                        <a:spcBef>
                          <a:spcPts val="0"/>
                        </a:spcBef>
                        <a:spcAft>
                          <a:spcPts val="0"/>
                        </a:spcAft>
                        <a:buNone/>
                      </a:pPr>
                      <a:r>
                        <a:rPr lang="en" sz="1100"/>
                        <a:t>2</a:t>
                      </a:r>
                      <a:endParaRPr sz="1100"/>
                    </a:p>
                  </a:txBody>
                  <a:tcPr marL="91425" marR="91425" marT="91425" marB="91425"/>
                </a:tc>
                <a:tc>
                  <a:txBody>
                    <a:bodyPr/>
                    <a:lstStyle/>
                    <a:p>
                      <a:pPr marL="0" lvl="0" indent="0" algn="l" rtl="0">
                        <a:spcBef>
                          <a:spcPts val="0"/>
                        </a:spcBef>
                        <a:spcAft>
                          <a:spcPts val="0"/>
                        </a:spcAft>
                        <a:buNone/>
                      </a:pPr>
                      <a:r>
                        <a:rPr lang="en" sz="1100"/>
                        <a:t>3</a:t>
                      </a:r>
                      <a:endParaRPr sz="1100"/>
                    </a:p>
                  </a:txBody>
                  <a:tcPr marL="91425" marR="91425" marT="91425" marB="91425"/>
                </a:tc>
                <a:tc>
                  <a:txBody>
                    <a:bodyPr/>
                    <a:lstStyle/>
                    <a:p>
                      <a:pPr marL="0" lvl="0" indent="0" algn="l" rtl="0">
                        <a:spcBef>
                          <a:spcPts val="0"/>
                        </a:spcBef>
                        <a:spcAft>
                          <a:spcPts val="0"/>
                        </a:spcAft>
                        <a:buNone/>
                      </a:pPr>
                      <a:r>
                        <a:rPr lang="en" sz="1100"/>
                        <a:t>4</a:t>
                      </a:r>
                      <a:endParaRPr sz="1100"/>
                    </a:p>
                  </a:txBody>
                  <a:tcPr marL="91425" marR="91425" marT="91425" marB="91425"/>
                </a:tc>
                <a:tc>
                  <a:txBody>
                    <a:bodyPr/>
                    <a:lstStyle/>
                    <a:p>
                      <a:pPr marL="0" lvl="0" indent="0" algn="l" rtl="0">
                        <a:spcBef>
                          <a:spcPts val="0"/>
                        </a:spcBef>
                        <a:spcAft>
                          <a:spcPts val="0"/>
                        </a:spcAft>
                        <a:buNone/>
                      </a:pPr>
                      <a:r>
                        <a:rPr lang="en" sz="1100"/>
                        <a:t>5</a:t>
                      </a:r>
                      <a:endParaRPr sz="1100"/>
                    </a:p>
                  </a:txBody>
                  <a:tcPr marL="91425" marR="91425" marT="91425" marB="91425">
                    <a:lnB w="9525" cap="flat" cmpd="sng">
                      <a:solidFill>
                        <a:srgbClr val="B7B7B7"/>
                      </a:solidFill>
                      <a:prstDash val="solid"/>
                      <a:round/>
                      <a:headEnd type="none" w="sm" len="sm"/>
                      <a:tailEnd type="none" w="sm" len="sm"/>
                    </a:lnB>
                  </a:tcPr>
                </a:tc>
                <a:tc>
                  <a:txBody>
                    <a:bodyPr/>
                    <a:lstStyle/>
                    <a:p>
                      <a:pPr marL="0" lvl="0" indent="0" algn="l" rtl="0">
                        <a:spcBef>
                          <a:spcPts val="0"/>
                        </a:spcBef>
                        <a:spcAft>
                          <a:spcPts val="0"/>
                        </a:spcAft>
                        <a:buNone/>
                      </a:pPr>
                      <a:r>
                        <a:rPr lang="en" sz="1100"/>
                        <a:t>6</a:t>
                      </a:r>
                      <a:endParaRPr sz="1100"/>
                    </a:p>
                  </a:txBody>
                  <a:tcPr marL="91425" marR="91425" marT="91425" marB="91425"/>
                </a:tc>
                <a:tc>
                  <a:txBody>
                    <a:bodyPr/>
                    <a:lstStyle/>
                    <a:p>
                      <a:pPr marL="0" lvl="0" indent="0" algn="l" rtl="0">
                        <a:spcBef>
                          <a:spcPts val="0"/>
                        </a:spcBef>
                        <a:spcAft>
                          <a:spcPts val="0"/>
                        </a:spcAft>
                        <a:buNone/>
                      </a:pPr>
                      <a:r>
                        <a:rPr lang="en" sz="1100"/>
                        <a:t>7</a:t>
                      </a:r>
                      <a:endParaRPr sz="1100"/>
                    </a:p>
                  </a:txBody>
                  <a:tcPr marL="91425" marR="91425" marT="91425" marB="91425"/>
                </a:tc>
                <a:tc>
                  <a:txBody>
                    <a:bodyPr/>
                    <a:lstStyle/>
                    <a:p>
                      <a:pPr marL="0" lvl="0" indent="0" algn="l" rtl="0">
                        <a:spcBef>
                          <a:spcPts val="0"/>
                        </a:spcBef>
                        <a:spcAft>
                          <a:spcPts val="0"/>
                        </a:spcAft>
                        <a:buNone/>
                      </a:pPr>
                      <a:r>
                        <a:rPr lang="en" sz="1100"/>
                        <a:t>8</a:t>
                      </a:r>
                      <a:endParaRPr sz="1100"/>
                    </a:p>
                  </a:txBody>
                  <a:tcPr marL="91425" marR="91425" marT="91425" marB="91425"/>
                </a:tc>
                <a:tc>
                  <a:txBody>
                    <a:bodyPr/>
                    <a:lstStyle/>
                    <a:p>
                      <a:pPr marL="0" lvl="0" indent="0" algn="l" rtl="0">
                        <a:spcBef>
                          <a:spcPts val="0"/>
                        </a:spcBef>
                        <a:spcAft>
                          <a:spcPts val="0"/>
                        </a:spcAft>
                        <a:buNone/>
                      </a:pPr>
                      <a:r>
                        <a:rPr lang="en" sz="1100"/>
                        <a:t>9</a:t>
                      </a:r>
                      <a:endParaRPr sz="1100"/>
                    </a:p>
                  </a:txBody>
                  <a:tcPr marL="91425" marR="91425" marT="91425" marB="91425"/>
                </a:tc>
                <a:extLst>
                  <a:ext uri="{0D108BD9-81ED-4DB2-BD59-A6C34878D82A}">
                    <a16:rowId xmlns:a16="http://schemas.microsoft.com/office/drawing/2014/main" val="10000"/>
                  </a:ext>
                </a:extLst>
              </a:tr>
              <a:tr h="381000">
                <a:tc>
                  <a:txBody>
                    <a:bodyPr/>
                    <a:lstStyle/>
                    <a:p>
                      <a:pPr marL="0" lvl="0" indent="0" algn="l" rtl="0">
                        <a:spcBef>
                          <a:spcPts val="0"/>
                        </a:spcBef>
                        <a:spcAft>
                          <a:spcPts val="0"/>
                        </a:spcAft>
                        <a:buNone/>
                      </a:pPr>
                      <a:r>
                        <a:rPr lang="en" sz="1100"/>
                        <a:t>i</a:t>
                      </a:r>
                      <a:endParaRPr sz="1100"/>
                    </a:p>
                  </a:txBody>
                  <a:tcPr marL="91425" marR="91425" marT="91425" marB="91425"/>
                </a:tc>
                <a:tc>
                  <a:txBody>
                    <a:bodyPr/>
                    <a:lstStyle/>
                    <a:p>
                      <a:pPr marL="0" lvl="0" indent="0" algn="l" rtl="0">
                        <a:spcBef>
                          <a:spcPts val="0"/>
                        </a:spcBef>
                        <a:spcAft>
                          <a:spcPts val="0"/>
                        </a:spcAft>
                        <a:buNone/>
                      </a:pPr>
                      <a:r>
                        <a:rPr lang="en" sz="1100"/>
                        <a:t>IF</a:t>
                      </a:r>
                      <a:endParaRPr sz="1100"/>
                    </a:p>
                  </a:txBody>
                  <a:tcPr marL="91425" marR="91425" marT="91425" marB="91425"/>
                </a:tc>
                <a:tc>
                  <a:txBody>
                    <a:bodyPr/>
                    <a:lstStyle/>
                    <a:p>
                      <a:pPr marL="0" lvl="0" indent="0" algn="l" rtl="0">
                        <a:spcBef>
                          <a:spcPts val="0"/>
                        </a:spcBef>
                        <a:spcAft>
                          <a:spcPts val="0"/>
                        </a:spcAft>
                        <a:buNone/>
                      </a:pPr>
                      <a:r>
                        <a:rPr lang="en" sz="1100"/>
                        <a:t>ID</a:t>
                      </a:r>
                      <a:endParaRPr sz="1100"/>
                    </a:p>
                  </a:txBody>
                  <a:tcPr marL="91425" marR="91425" marT="91425" marB="91425">
                    <a:lnB w="9525" cap="flat" cmpd="sng">
                      <a:solidFill>
                        <a:srgbClr val="9E9E9E"/>
                      </a:solidFill>
                      <a:prstDash val="solid"/>
                      <a:round/>
                      <a:headEnd type="none" w="sm" len="sm"/>
                      <a:tailEnd type="none" w="sm" len="sm"/>
                    </a:lnB>
                  </a:tcPr>
                </a:tc>
                <a:tc>
                  <a:txBody>
                    <a:bodyPr/>
                    <a:lstStyle/>
                    <a:p>
                      <a:pPr marL="0" lvl="0" indent="0" algn="l" rtl="0">
                        <a:spcBef>
                          <a:spcPts val="0"/>
                        </a:spcBef>
                        <a:spcAft>
                          <a:spcPts val="0"/>
                        </a:spcAft>
                        <a:buNone/>
                      </a:pPr>
                      <a:r>
                        <a:rPr lang="en" sz="1100"/>
                        <a:t>EX</a:t>
                      </a:r>
                      <a:endParaRPr sz="1100"/>
                    </a:p>
                  </a:txBody>
                  <a:tcPr marL="91425" marR="91425" marT="91425" marB="91425">
                    <a:lnB w="9525" cap="flat" cmpd="sng">
                      <a:solidFill>
                        <a:srgbClr val="9E9E9E"/>
                      </a:solidFill>
                      <a:prstDash val="solid"/>
                      <a:round/>
                      <a:headEnd type="none" w="sm" len="sm"/>
                      <a:tailEnd type="none" w="sm" len="sm"/>
                    </a:lnB>
                  </a:tcPr>
                </a:tc>
                <a:tc>
                  <a:txBody>
                    <a:bodyPr/>
                    <a:lstStyle/>
                    <a:p>
                      <a:pPr marL="0" lvl="0" indent="0" algn="l" rtl="0">
                        <a:spcBef>
                          <a:spcPts val="0"/>
                        </a:spcBef>
                        <a:spcAft>
                          <a:spcPts val="0"/>
                        </a:spcAft>
                        <a:buNone/>
                      </a:pPr>
                      <a:r>
                        <a:rPr lang="en" sz="1100"/>
                        <a:t>MEM</a:t>
                      </a:r>
                      <a:endParaRPr sz="1100"/>
                    </a:p>
                  </a:txBody>
                  <a:tcPr marL="91425" marR="91425" marT="91425" marB="91425">
                    <a:lnR w="9525" cap="flat" cmpd="sng">
                      <a:solidFill>
                        <a:srgbClr val="B7B7B7"/>
                      </a:solidFill>
                      <a:prstDash val="solid"/>
                      <a:round/>
                      <a:headEnd type="none" w="sm" len="sm"/>
                      <a:tailEnd type="none" w="sm" len="sm"/>
                    </a:lnR>
                    <a:lnB w="9525" cap="flat" cmpd="sng">
                      <a:solidFill>
                        <a:srgbClr val="9E9E9E"/>
                      </a:solidFill>
                      <a:prstDash val="solid"/>
                      <a:round/>
                      <a:headEnd type="none" w="sm" len="sm"/>
                      <a:tailEnd type="none" w="sm" len="sm"/>
                    </a:lnB>
                  </a:tcPr>
                </a:tc>
                <a:tc>
                  <a:txBody>
                    <a:bodyPr/>
                    <a:lstStyle/>
                    <a:p>
                      <a:pPr marL="0" lvl="0" indent="0" algn="l" rtl="0">
                        <a:spcBef>
                          <a:spcPts val="0"/>
                        </a:spcBef>
                        <a:spcAft>
                          <a:spcPts val="0"/>
                        </a:spcAft>
                        <a:buNone/>
                      </a:pPr>
                      <a:r>
                        <a:rPr lang="en" sz="1100"/>
                        <a:t>WB</a:t>
                      </a:r>
                      <a:endParaRPr sz="1100"/>
                    </a:p>
                  </a:txBody>
                  <a:tcPr marL="91425" marR="91425" marT="91425" marB="91425">
                    <a:lnL w="9525" cap="flat" cmpd="sng">
                      <a:solidFill>
                        <a:srgbClr val="B7B7B7"/>
                      </a:solidFill>
                      <a:prstDash val="solid"/>
                      <a:round/>
                      <a:headEnd type="none" w="sm" len="sm"/>
                      <a:tailEnd type="none" w="sm" len="sm"/>
                    </a:lnL>
                    <a:lnR w="9525" cap="flat" cmpd="sng">
                      <a:solidFill>
                        <a:srgbClr val="B7B7B7"/>
                      </a:solidFill>
                      <a:prstDash val="solid"/>
                      <a:round/>
                      <a:headEnd type="none" w="sm" len="sm"/>
                      <a:tailEnd type="none" w="sm" len="sm"/>
                    </a:lnR>
                    <a:lnT w="9525" cap="flat" cmpd="sng">
                      <a:solidFill>
                        <a:srgbClr val="B7B7B7"/>
                      </a:solidFill>
                      <a:prstDash val="solid"/>
                      <a:round/>
                      <a:headEnd type="none" w="sm" len="sm"/>
                      <a:tailEnd type="none" w="sm" len="sm"/>
                    </a:lnT>
                    <a:lnB w="9525" cap="flat" cmpd="sng">
                      <a:solidFill>
                        <a:srgbClr val="B7B7B7"/>
                      </a:solidFill>
                      <a:prstDash val="solid"/>
                      <a:round/>
                      <a:headEnd type="none" w="sm" len="sm"/>
                      <a:tailEnd type="none" w="sm" len="sm"/>
                    </a:lnB>
                    <a:solidFill>
                      <a:srgbClr val="B7B7B7"/>
                    </a:solidFill>
                  </a:tcPr>
                </a:tc>
                <a:tc>
                  <a:txBody>
                    <a:bodyPr/>
                    <a:lstStyle/>
                    <a:p>
                      <a:pPr marL="0" lvl="0" indent="0" algn="l" rtl="0">
                        <a:spcBef>
                          <a:spcPts val="0"/>
                        </a:spcBef>
                        <a:spcAft>
                          <a:spcPts val="0"/>
                        </a:spcAft>
                        <a:buNone/>
                      </a:pPr>
                      <a:endParaRPr sz="1100"/>
                    </a:p>
                  </a:txBody>
                  <a:tcPr marL="91425" marR="91425" marT="91425" marB="91425">
                    <a:lnL w="9525" cap="flat" cmpd="sng">
                      <a:solidFill>
                        <a:srgbClr val="B7B7B7"/>
                      </a:solidFill>
                      <a:prstDash val="solid"/>
                      <a:round/>
                      <a:headEnd type="none" w="sm" len="sm"/>
                      <a:tailEnd type="none" w="sm" len="sm"/>
                    </a:lnL>
                    <a:lnB w="9525" cap="flat" cmpd="sng">
                      <a:solidFill>
                        <a:srgbClr val="9E9E9E"/>
                      </a:solidFill>
                      <a:prstDash val="solid"/>
                      <a:round/>
                      <a:headEnd type="none" w="sm" len="sm"/>
                      <a:tailEnd type="none" w="sm" len="sm"/>
                    </a:lnB>
                  </a:tcPr>
                </a:tc>
                <a:tc>
                  <a:txBody>
                    <a:bodyPr/>
                    <a:lstStyle/>
                    <a:p>
                      <a:pPr marL="0" lvl="0" indent="0" algn="l" rtl="0">
                        <a:spcBef>
                          <a:spcPts val="0"/>
                        </a:spcBef>
                        <a:spcAft>
                          <a:spcPts val="0"/>
                        </a:spcAft>
                        <a:buNone/>
                      </a:pPr>
                      <a:endParaRPr sz="1100"/>
                    </a:p>
                  </a:txBody>
                  <a:tcPr marL="91425" marR="91425" marT="91425" marB="91425"/>
                </a:tc>
                <a:tc>
                  <a:txBody>
                    <a:bodyPr/>
                    <a:lstStyle/>
                    <a:p>
                      <a:pPr marL="0" lvl="0" indent="0" algn="l" rtl="0">
                        <a:spcBef>
                          <a:spcPts val="0"/>
                        </a:spcBef>
                        <a:spcAft>
                          <a:spcPts val="0"/>
                        </a:spcAft>
                        <a:buNone/>
                      </a:pPr>
                      <a:endParaRPr sz="1100"/>
                    </a:p>
                  </a:txBody>
                  <a:tcPr marL="91425" marR="91425" marT="91425" marB="91425"/>
                </a:tc>
                <a:tc>
                  <a:txBody>
                    <a:bodyPr/>
                    <a:lstStyle/>
                    <a:p>
                      <a:pPr marL="0" lvl="0" indent="0" algn="l" rtl="0">
                        <a:spcBef>
                          <a:spcPts val="0"/>
                        </a:spcBef>
                        <a:spcAft>
                          <a:spcPts val="0"/>
                        </a:spcAft>
                        <a:buNone/>
                      </a:pPr>
                      <a:endParaRPr sz="1100"/>
                    </a:p>
                  </a:txBody>
                  <a:tcPr marL="91425" marR="91425" marT="91425" marB="91425"/>
                </a:tc>
                <a:extLst>
                  <a:ext uri="{0D108BD9-81ED-4DB2-BD59-A6C34878D82A}">
                    <a16:rowId xmlns:a16="http://schemas.microsoft.com/office/drawing/2014/main" val="10001"/>
                  </a:ext>
                </a:extLst>
              </a:tr>
              <a:tr h="381000">
                <a:tc>
                  <a:txBody>
                    <a:bodyPr/>
                    <a:lstStyle/>
                    <a:p>
                      <a:pPr marL="0" lvl="0" indent="0" algn="l" rtl="0">
                        <a:spcBef>
                          <a:spcPts val="0"/>
                        </a:spcBef>
                        <a:spcAft>
                          <a:spcPts val="0"/>
                        </a:spcAft>
                        <a:buNone/>
                      </a:pPr>
                      <a:r>
                        <a:rPr lang="en" sz="1100"/>
                        <a:t>i + 1</a:t>
                      </a:r>
                      <a:endParaRPr sz="1100"/>
                    </a:p>
                  </a:txBody>
                  <a:tcPr marL="91425" marR="91425" marT="91425" marB="91425"/>
                </a:tc>
                <a:tc>
                  <a:txBody>
                    <a:bodyPr/>
                    <a:lstStyle/>
                    <a:p>
                      <a:pPr marL="0" lvl="0" indent="0" algn="l" rtl="0">
                        <a:spcBef>
                          <a:spcPts val="0"/>
                        </a:spcBef>
                        <a:spcAft>
                          <a:spcPts val="0"/>
                        </a:spcAft>
                        <a:buNone/>
                      </a:pPr>
                      <a:endParaRPr sz="1100"/>
                    </a:p>
                  </a:txBody>
                  <a:tcPr marL="91425" marR="91425" marT="91425" marB="91425">
                    <a:lnR w="9525" cap="flat" cmpd="sng">
                      <a:solidFill>
                        <a:srgbClr val="9E9E9E"/>
                      </a:solidFill>
                      <a:prstDash val="solid"/>
                      <a:round/>
                      <a:headEnd type="none" w="sm" len="sm"/>
                      <a:tailEnd type="none" w="sm" len="sm"/>
                    </a:lnR>
                  </a:tcPr>
                </a:tc>
                <a:tc>
                  <a:txBody>
                    <a:bodyPr/>
                    <a:lstStyle/>
                    <a:p>
                      <a:pPr marL="0" lvl="0" indent="0" algn="l" rtl="0">
                        <a:spcBef>
                          <a:spcPts val="0"/>
                        </a:spcBef>
                        <a:spcAft>
                          <a:spcPts val="0"/>
                        </a:spcAft>
                        <a:buNone/>
                      </a:pPr>
                      <a:r>
                        <a:rPr lang="en" sz="1100"/>
                        <a:t>IF</a:t>
                      </a:r>
                      <a:endParaRPr sz="1100"/>
                    </a:p>
                  </a:txBody>
                  <a:tcPr marL="91425" marR="91425" marT="91425" marB="91425">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tc>
                  <a:txBody>
                    <a:bodyPr/>
                    <a:lstStyle/>
                    <a:p>
                      <a:pPr marL="0" lvl="0" indent="0" algn="l" rtl="0">
                        <a:spcBef>
                          <a:spcPts val="0"/>
                        </a:spcBef>
                        <a:spcAft>
                          <a:spcPts val="0"/>
                        </a:spcAft>
                        <a:buNone/>
                      </a:pPr>
                      <a:r>
                        <a:rPr lang="en" sz="1100"/>
                        <a:t>ID</a:t>
                      </a:r>
                      <a:endParaRPr sz="1100"/>
                    </a:p>
                  </a:txBody>
                  <a:tcPr marL="91425" marR="91425" marT="91425" marB="91425">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tc>
                  <a:txBody>
                    <a:bodyPr/>
                    <a:lstStyle/>
                    <a:p>
                      <a:pPr marL="0" lvl="0" indent="0" algn="l" rtl="0">
                        <a:spcBef>
                          <a:spcPts val="0"/>
                        </a:spcBef>
                        <a:spcAft>
                          <a:spcPts val="0"/>
                        </a:spcAft>
                        <a:buNone/>
                      </a:pPr>
                      <a:r>
                        <a:rPr lang="en" sz="1100"/>
                        <a:t>EX</a:t>
                      </a:r>
                      <a:endParaRPr sz="1100"/>
                    </a:p>
                  </a:txBody>
                  <a:tcPr marL="91425" marR="91425" marT="91425" marB="91425">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tc>
                  <a:txBody>
                    <a:bodyPr/>
                    <a:lstStyle/>
                    <a:p>
                      <a:pPr marL="0" lvl="0" indent="0" algn="l" rtl="0">
                        <a:spcBef>
                          <a:spcPts val="0"/>
                        </a:spcBef>
                        <a:spcAft>
                          <a:spcPts val="0"/>
                        </a:spcAft>
                        <a:buNone/>
                      </a:pPr>
                      <a:r>
                        <a:rPr lang="en" sz="1100"/>
                        <a:t>MEM</a:t>
                      </a:r>
                      <a:endParaRPr sz="1100"/>
                    </a:p>
                  </a:txBody>
                  <a:tcPr marL="91425" marR="91425" marT="91425" marB="91425">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B7B7B7"/>
                      </a:solidFill>
                      <a:prstDash val="solid"/>
                      <a:round/>
                      <a:headEnd type="none" w="sm" len="sm"/>
                      <a:tailEnd type="none" w="sm" len="sm"/>
                    </a:lnT>
                    <a:lnB w="9525" cap="flat" cmpd="sng">
                      <a:solidFill>
                        <a:srgbClr val="9E9E9E"/>
                      </a:solidFill>
                      <a:prstDash val="solid"/>
                      <a:round/>
                      <a:headEnd type="none" w="sm" len="sm"/>
                      <a:tailEnd type="none" w="sm" len="sm"/>
                    </a:lnB>
                  </a:tcPr>
                </a:tc>
                <a:tc>
                  <a:txBody>
                    <a:bodyPr/>
                    <a:lstStyle/>
                    <a:p>
                      <a:pPr marL="0" lvl="0" indent="0" algn="l" rtl="0">
                        <a:spcBef>
                          <a:spcPts val="0"/>
                        </a:spcBef>
                        <a:spcAft>
                          <a:spcPts val="0"/>
                        </a:spcAft>
                        <a:buNone/>
                      </a:pPr>
                      <a:r>
                        <a:rPr lang="en" sz="1100"/>
                        <a:t>WB</a:t>
                      </a:r>
                      <a:endParaRPr sz="1100"/>
                    </a:p>
                  </a:txBody>
                  <a:tcPr marL="91425" marR="91425" marT="91425" marB="91425">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solidFill>
                      <a:srgbClr val="B7B7B7"/>
                    </a:solidFill>
                  </a:tcPr>
                </a:tc>
                <a:tc>
                  <a:txBody>
                    <a:bodyPr/>
                    <a:lstStyle/>
                    <a:p>
                      <a:pPr marL="0" lvl="0" indent="0" algn="l" rtl="0">
                        <a:spcBef>
                          <a:spcPts val="0"/>
                        </a:spcBef>
                        <a:spcAft>
                          <a:spcPts val="0"/>
                        </a:spcAft>
                        <a:buNone/>
                      </a:pPr>
                      <a:endParaRPr sz="1100"/>
                    </a:p>
                  </a:txBody>
                  <a:tcPr marL="91425" marR="91425" marT="91425" marB="91425">
                    <a:lnL w="9525" cap="flat" cmpd="sng">
                      <a:solidFill>
                        <a:srgbClr val="9E9E9E"/>
                      </a:solidFill>
                      <a:prstDash val="solid"/>
                      <a:round/>
                      <a:headEnd type="none" w="sm" len="sm"/>
                      <a:tailEnd type="none" w="sm" len="sm"/>
                    </a:lnL>
                    <a:lnB w="9525" cap="flat" cmpd="sng">
                      <a:solidFill>
                        <a:srgbClr val="B7B7B7"/>
                      </a:solidFill>
                      <a:prstDash val="solid"/>
                      <a:round/>
                      <a:headEnd type="none" w="sm" len="sm"/>
                      <a:tailEnd type="none" w="sm" len="sm"/>
                    </a:lnB>
                  </a:tcPr>
                </a:tc>
                <a:tc>
                  <a:txBody>
                    <a:bodyPr/>
                    <a:lstStyle/>
                    <a:p>
                      <a:pPr marL="0" lvl="0" indent="0" algn="l" rtl="0">
                        <a:spcBef>
                          <a:spcPts val="0"/>
                        </a:spcBef>
                        <a:spcAft>
                          <a:spcPts val="0"/>
                        </a:spcAft>
                        <a:buNone/>
                      </a:pPr>
                      <a:endParaRPr sz="1100"/>
                    </a:p>
                  </a:txBody>
                  <a:tcPr marL="91425" marR="91425" marT="91425" marB="91425"/>
                </a:tc>
                <a:tc>
                  <a:txBody>
                    <a:bodyPr/>
                    <a:lstStyle/>
                    <a:p>
                      <a:pPr marL="0" lvl="0" indent="0" algn="l" rtl="0">
                        <a:spcBef>
                          <a:spcPts val="0"/>
                        </a:spcBef>
                        <a:spcAft>
                          <a:spcPts val="0"/>
                        </a:spcAft>
                        <a:buNone/>
                      </a:pPr>
                      <a:endParaRPr sz="1100"/>
                    </a:p>
                  </a:txBody>
                  <a:tcPr marL="91425" marR="91425" marT="91425" marB="91425"/>
                </a:tc>
                <a:extLst>
                  <a:ext uri="{0D108BD9-81ED-4DB2-BD59-A6C34878D82A}">
                    <a16:rowId xmlns:a16="http://schemas.microsoft.com/office/drawing/2014/main" val="10002"/>
                  </a:ext>
                </a:extLst>
              </a:tr>
              <a:tr h="381000">
                <a:tc>
                  <a:txBody>
                    <a:bodyPr/>
                    <a:lstStyle/>
                    <a:p>
                      <a:pPr marL="0" lvl="0" indent="0" algn="l" rtl="0">
                        <a:spcBef>
                          <a:spcPts val="0"/>
                        </a:spcBef>
                        <a:spcAft>
                          <a:spcPts val="0"/>
                        </a:spcAft>
                        <a:buNone/>
                      </a:pPr>
                      <a:r>
                        <a:rPr lang="en" sz="1100"/>
                        <a:t>i + 2</a:t>
                      </a:r>
                      <a:endParaRPr sz="1100"/>
                    </a:p>
                  </a:txBody>
                  <a:tcPr marL="91425" marR="91425" marT="91425" marB="91425"/>
                </a:tc>
                <a:tc>
                  <a:txBody>
                    <a:bodyPr/>
                    <a:lstStyle/>
                    <a:p>
                      <a:pPr marL="0" lvl="0" indent="0" algn="l" rtl="0">
                        <a:spcBef>
                          <a:spcPts val="0"/>
                        </a:spcBef>
                        <a:spcAft>
                          <a:spcPts val="0"/>
                        </a:spcAft>
                        <a:buNone/>
                      </a:pPr>
                      <a:endParaRPr sz="1100"/>
                    </a:p>
                  </a:txBody>
                  <a:tcPr marL="91425" marR="91425" marT="91425" marB="91425"/>
                </a:tc>
                <a:tc>
                  <a:txBody>
                    <a:bodyPr/>
                    <a:lstStyle/>
                    <a:p>
                      <a:pPr marL="0" lvl="0" indent="0" algn="l" rtl="0">
                        <a:spcBef>
                          <a:spcPts val="0"/>
                        </a:spcBef>
                        <a:spcAft>
                          <a:spcPts val="0"/>
                        </a:spcAft>
                        <a:buNone/>
                      </a:pPr>
                      <a:endParaRPr sz="1100"/>
                    </a:p>
                  </a:txBody>
                  <a:tcPr marL="91425" marR="91425" marT="91425" marB="91425">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tcPr>
                </a:tc>
                <a:tc>
                  <a:txBody>
                    <a:bodyPr/>
                    <a:lstStyle/>
                    <a:p>
                      <a:pPr marL="0" lvl="0" indent="0" algn="l" rtl="0">
                        <a:spcBef>
                          <a:spcPts val="0"/>
                        </a:spcBef>
                        <a:spcAft>
                          <a:spcPts val="0"/>
                        </a:spcAft>
                        <a:buNone/>
                      </a:pPr>
                      <a:r>
                        <a:rPr lang="en" sz="1100"/>
                        <a:t>IF</a:t>
                      </a:r>
                      <a:endParaRPr sz="1100"/>
                    </a:p>
                  </a:txBody>
                  <a:tcPr marL="91425" marR="91425" marT="91425" marB="91425">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tc>
                  <a:txBody>
                    <a:bodyPr/>
                    <a:lstStyle/>
                    <a:p>
                      <a:pPr marL="0" lvl="0" indent="0" algn="l" rtl="0">
                        <a:spcBef>
                          <a:spcPts val="0"/>
                        </a:spcBef>
                        <a:spcAft>
                          <a:spcPts val="0"/>
                        </a:spcAft>
                        <a:buNone/>
                      </a:pPr>
                      <a:r>
                        <a:rPr lang="en" sz="1100"/>
                        <a:t>ID</a:t>
                      </a:r>
                      <a:endParaRPr sz="1100"/>
                    </a:p>
                  </a:txBody>
                  <a:tcPr marL="91425" marR="91425" marT="91425" marB="91425">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tc>
                  <a:txBody>
                    <a:bodyPr/>
                    <a:lstStyle/>
                    <a:p>
                      <a:pPr marL="0" lvl="0" indent="0" algn="l" rtl="0">
                        <a:spcBef>
                          <a:spcPts val="0"/>
                        </a:spcBef>
                        <a:spcAft>
                          <a:spcPts val="0"/>
                        </a:spcAft>
                        <a:buNone/>
                      </a:pPr>
                      <a:r>
                        <a:rPr lang="en" sz="1100"/>
                        <a:t>EX</a:t>
                      </a:r>
                      <a:endParaRPr sz="1100"/>
                    </a:p>
                  </a:txBody>
                  <a:tcPr marL="91425" marR="91425" marT="91425" marB="91425">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tc>
                  <a:txBody>
                    <a:bodyPr/>
                    <a:lstStyle/>
                    <a:p>
                      <a:pPr marL="0" lvl="0" indent="0" algn="l" rtl="0">
                        <a:spcBef>
                          <a:spcPts val="0"/>
                        </a:spcBef>
                        <a:spcAft>
                          <a:spcPts val="0"/>
                        </a:spcAft>
                        <a:buNone/>
                      </a:pPr>
                      <a:r>
                        <a:rPr lang="en" sz="1100"/>
                        <a:t>MEM</a:t>
                      </a:r>
                      <a:endParaRPr sz="1100"/>
                    </a:p>
                  </a:txBody>
                  <a:tcPr marL="91425" marR="91425" marT="91425" marB="91425">
                    <a:lnL w="9525" cap="flat" cmpd="sng">
                      <a:solidFill>
                        <a:srgbClr val="9E9E9E"/>
                      </a:solidFill>
                      <a:prstDash val="solid"/>
                      <a:round/>
                      <a:headEnd type="none" w="sm" len="sm"/>
                      <a:tailEnd type="none" w="sm" len="sm"/>
                    </a:lnL>
                    <a:lnR w="9525" cap="flat" cmpd="sng">
                      <a:solidFill>
                        <a:srgbClr val="B7B7B7"/>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tc>
                  <a:txBody>
                    <a:bodyPr/>
                    <a:lstStyle/>
                    <a:p>
                      <a:pPr marL="0" lvl="0" indent="0" algn="l" rtl="0">
                        <a:spcBef>
                          <a:spcPts val="0"/>
                        </a:spcBef>
                        <a:spcAft>
                          <a:spcPts val="0"/>
                        </a:spcAft>
                        <a:buNone/>
                      </a:pPr>
                      <a:r>
                        <a:rPr lang="en" sz="1100"/>
                        <a:t>WB</a:t>
                      </a:r>
                      <a:endParaRPr sz="1100"/>
                    </a:p>
                  </a:txBody>
                  <a:tcPr marL="91425" marR="91425" marT="91425" marB="91425">
                    <a:lnL w="9525" cap="flat" cmpd="sng">
                      <a:solidFill>
                        <a:srgbClr val="B7B7B7"/>
                      </a:solidFill>
                      <a:prstDash val="solid"/>
                      <a:round/>
                      <a:headEnd type="none" w="sm" len="sm"/>
                      <a:tailEnd type="none" w="sm" len="sm"/>
                    </a:lnL>
                    <a:lnR w="9525" cap="flat" cmpd="sng">
                      <a:solidFill>
                        <a:srgbClr val="B7B7B7"/>
                      </a:solidFill>
                      <a:prstDash val="solid"/>
                      <a:round/>
                      <a:headEnd type="none" w="sm" len="sm"/>
                      <a:tailEnd type="none" w="sm" len="sm"/>
                    </a:lnR>
                    <a:lnT w="9525" cap="flat" cmpd="sng">
                      <a:solidFill>
                        <a:srgbClr val="B7B7B7"/>
                      </a:solidFill>
                      <a:prstDash val="solid"/>
                      <a:round/>
                      <a:headEnd type="none" w="sm" len="sm"/>
                      <a:tailEnd type="none" w="sm" len="sm"/>
                    </a:lnT>
                    <a:lnB w="9525" cap="flat" cmpd="sng">
                      <a:solidFill>
                        <a:srgbClr val="B7B7B7"/>
                      </a:solidFill>
                      <a:prstDash val="solid"/>
                      <a:round/>
                      <a:headEnd type="none" w="sm" len="sm"/>
                      <a:tailEnd type="none" w="sm" len="sm"/>
                    </a:lnB>
                    <a:solidFill>
                      <a:srgbClr val="B7B7B7"/>
                    </a:solidFill>
                  </a:tcPr>
                </a:tc>
                <a:tc>
                  <a:txBody>
                    <a:bodyPr/>
                    <a:lstStyle/>
                    <a:p>
                      <a:pPr marL="0" lvl="0" indent="0" algn="l" rtl="0">
                        <a:spcBef>
                          <a:spcPts val="0"/>
                        </a:spcBef>
                        <a:spcAft>
                          <a:spcPts val="0"/>
                        </a:spcAft>
                        <a:buNone/>
                      </a:pPr>
                      <a:endParaRPr sz="1100"/>
                    </a:p>
                  </a:txBody>
                  <a:tcPr marL="91425" marR="91425" marT="91425" marB="91425">
                    <a:lnL w="9525" cap="flat" cmpd="sng">
                      <a:solidFill>
                        <a:srgbClr val="B7B7B7"/>
                      </a:solidFill>
                      <a:prstDash val="solid"/>
                      <a:round/>
                      <a:headEnd type="none" w="sm" len="sm"/>
                      <a:tailEnd type="none" w="sm" len="sm"/>
                    </a:lnL>
                    <a:lnB w="9525" cap="flat" cmpd="sng">
                      <a:solidFill>
                        <a:srgbClr val="B7B7B7"/>
                      </a:solidFill>
                      <a:prstDash val="solid"/>
                      <a:round/>
                      <a:headEnd type="none" w="sm" len="sm"/>
                      <a:tailEnd type="none" w="sm" len="sm"/>
                    </a:lnB>
                  </a:tcPr>
                </a:tc>
                <a:tc>
                  <a:txBody>
                    <a:bodyPr/>
                    <a:lstStyle/>
                    <a:p>
                      <a:pPr marL="0" lvl="0" indent="0" algn="l" rtl="0">
                        <a:spcBef>
                          <a:spcPts val="0"/>
                        </a:spcBef>
                        <a:spcAft>
                          <a:spcPts val="0"/>
                        </a:spcAft>
                        <a:buNone/>
                      </a:pPr>
                      <a:endParaRPr sz="1100"/>
                    </a:p>
                  </a:txBody>
                  <a:tcPr marL="91425" marR="91425" marT="91425" marB="91425"/>
                </a:tc>
                <a:extLst>
                  <a:ext uri="{0D108BD9-81ED-4DB2-BD59-A6C34878D82A}">
                    <a16:rowId xmlns:a16="http://schemas.microsoft.com/office/drawing/2014/main" val="10003"/>
                  </a:ext>
                </a:extLst>
              </a:tr>
              <a:tr h="381000">
                <a:tc>
                  <a:txBody>
                    <a:bodyPr/>
                    <a:lstStyle/>
                    <a:p>
                      <a:pPr marL="0" lvl="0" indent="0" algn="l" rtl="0">
                        <a:spcBef>
                          <a:spcPts val="0"/>
                        </a:spcBef>
                        <a:spcAft>
                          <a:spcPts val="0"/>
                        </a:spcAft>
                        <a:buNone/>
                      </a:pPr>
                      <a:r>
                        <a:rPr lang="en" sz="1100"/>
                        <a:t>i + 3</a:t>
                      </a:r>
                      <a:endParaRPr sz="1100"/>
                    </a:p>
                  </a:txBody>
                  <a:tcPr marL="91425" marR="91425" marT="91425" marB="91425"/>
                </a:tc>
                <a:tc>
                  <a:txBody>
                    <a:bodyPr/>
                    <a:lstStyle/>
                    <a:p>
                      <a:pPr marL="0" lvl="0" indent="0" algn="l" rtl="0">
                        <a:spcBef>
                          <a:spcPts val="0"/>
                        </a:spcBef>
                        <a:spcAft>
                          <a:spcPts val="0"/>
                        </a:spcAft>
                        <a:buNone/>
                      </a:pPr>
                      <a:endParaRPr sz="1100"/>
                    </a:p>
                  </a:txBody>
                  <a:tcPr marL="91425" marR="91425" marT="91425" marB="91425"/>
                </a:tc>
                <a:tc>
                  <a:txBody>
                    <a:bodyPr/>
                    <a:lstStyle/>
                    <a:p>
                      <a:pPr marL="0" lvl="0" indent="0" algn="l" rtl="0">
                        <a:spcBef>
                          <a:spcPts val="0"/>
                        </a:spcBef>
                        <a:spcAft>
                          <a:spcPts val="0"/>
                        </a:spcAft>
                        <a:buNone/>
                      </a:pPr>
                      <a:endParaRPr sz="1100"/>
                    </a:p>
                  </a:txBody>
                  <a:tcPr marL="91425" marR="91425" marT="91425" marB="91425"/>
                </a:tc>
                <a:tc>
                  <a:txBody>
                    <a:bodyPr/>
                    <a:lstStyle/>
                    <a:p>
                      <a:pPr marL="0" lvl="0" indent="0" algn="l" rtl="0">
                        <a:spcBef>
                          <a:spcPts val="0"/>
                        </a:spcBef>
                        <a:spcAft>
                          <a:spcPts val="0"/>
                        </a:spcAft>
                        <a:buNone/>
                      </a:pPr>
                      <a:endParaRPr sz="1100"/>
                    </a:p>
                  </a:txBody>
                  <a:tcPr marL="91425" marR="91425" marT="91425" marB="91425">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tcPr>
                </a:tc>
                <a:tc>
                  <a:txBody>
                    <a:bodyPr/>
                    <a:lstStyle/>
                    <a:p>
                      <a:pPr marL="0" lvl="0" indent="0" algn="l" rtl="0">
                        <a:spcBef>
                          <a:spcPts val="0"/>
                        </a:spcBef>
                        <a:spcAft>
                          <a:spcPts val="0"/>
                        </a:spcAft>
                        <a:buNone/>
                      </a:pPr>
                      <a:r>
                        <a:rPr lang="en" sz="1100"/>
                        <a:t>IF</a:t>
                      </a:r>
                      <a:endParaRPr sz="1100"/>
                    </a:p>
                  </a:txBody>
                  <a:tcPr marL="91425" marR="91425" marT="91425" marB="91425">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tc>
                  <a:txBody>
                    <a:bodyPr/>
                    <a:lstStyle/>
                    <a:p>
                      <a:pPr marL="0" lvl="0" indent="0" algn="l" rtl="0">
                        <a:spcBef>
                          <a:spcPts val="0"/>
                        </a:spcBef>
                        <a:spcAft>
                          <a:spcPts val="0"/>
                        </a:spcAft>
                        <a:buNone/>
                      </a:pPr>
                      <a:r>
                        <a:rPr lang="en" sz="1100"/>
                        <a:t>ID</a:t>
                      </a:r>
                      <a:endParaRPr sz="1100"/>
                    </a:p>
                  </a:txBody>
                  <a:tcPr marL="91425" marR="91425" marT="91425" marB="91425">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tc>
                  <a:txBody>
                    <a:bodyPr/>
                    <a:lstStyle/>
                    <a:p>
                      <a:pPr marL="0" lvl="0" indent="0" algn="l" rtl="0">
                        <a:spcBef>
                          <a:spcPts val="0"/>
                        </a:spcBef>
                        <a:spcAft>
                          <a:spcPts val="0"/>
                        </a:spcAft>
                        <a:buNone/>
                      </a:pPr>
                      <a:r>
                        <a:rPr lang="en" sz="1100"/>
                        <a:t>EX</a:t>
                      </a:r>
                      <a:endParaRPr sz="1100"/>
                    </a:p>
                  </a:txBody>
                  <a:tcPr marL="91425" marR="91425" marT="91425" marB="91425">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tc>
                  <a:txBody>
                    <a:bodyPr/>
                    <a:lstStyle/>
                    <a:p>
                      <a:pPr marL="0" lvl="0" indent="0" algn="l" rtl="0">
                        <a:spcBef>
                          <a:spcPts val="0"/>
                        </a:spcBef>
                        <a:spcAft>
                          <a:spcPts val="0"/>
                        </a:spcAft>
                        <a:buNone/>
                      </a:pPr>
                      <a:r>
                        <a:rPr lang="en" sz="1100"/>
                        <a:t>MEM</a:t>
                      </a:r>
                      <a:endParaRPr sz="1100"/>
                    </a:p>
                  </a:txBody>
                  <a:tcPr marL="91425" marR="91425" marT="91425" marB="91425">
                    <a:lnL w="9525" cap="flat" cmpd="sng">
                      <a:solidFill>
                        <a:srgbClr val="9E9E9E"/>
                      </a:solidFill>
                      <a:prstDash val="solid"/>
                      <a:round/>
                      <a:headEnd type="none" w="sm" len="sm"/>
                      <a:tailEnd type="none" w="sm" len="sm"/>
                    </a:lnL>
                    <a:lnR w="9525" cap="flat" cmpd="sng">
                      <a:solidFill>
                        <a:srgbClr val="B7B7B7"/>
                      </a:solidFill>
                      <a:prstDash val="solid"/>
                      <a:round/>
                      <a:headEnd type="none" w="sm" len="sm"/>
                      <a:tailEnd type="none" w="sm" len="sm"/>
                    </a:lnR>
                    <a:lnT w="9525" cap="flat" cmpd="sng">
                      <a:solidFill>
                        <a:srgbClr val="B7B7B7"/>
                      </a:solidFill>
                      <a:prstDash val="solid"/>
                      <a:round/>
                      <a:headEnd type="none" w="sm" len="sm"/>
                      <a:tailEnd type="none" w="sm" len="sm"/>
                    </a:lnT>
                    <a:lnB w="9525" cap="flat" cmpd="sng">
                      <a:solidFill>
                        <a:srgbClr val="9E9E9E"/>
                      </a:solidFill>
                      <a:prstDash val="solid"/>
                      <a:round/>
                      <a:headEnd type="none" w="sm" len="sm"/>
                      <a:tailEnd type="none" w="sm" len="sm"/>
                    </a:lnB>
                  </a:tcPr>
                </a:tc>
                <a:tc>
                  <a:txBody>
                    <a:bodyPr/>
                    <a:lstStyle/>
                    <a:p>
                      <a:pPr marL="0" lvl="0" indent="0" algn="l" rtl="0">
                        <a:spcBef>
                          <a:spcPts val="0"/>
                        </a:spcBef>
                        <a:spcAft>
                          <a:spcPts val="0"/>
                        </a:spcAft>
                        <a:buNone/>
                      </a:pPr>
                      <a:r>
                        <a:rPr lang="en" sz="1100"/>
                        <a:t>WB</a:t>
                      </a:r>
                      <a:endParaRPr sz="1100"/>
                    </a:p>
                  </a:txBody>
                  <a:tcPr marL="91425" marR="91425" marT="91425" marB="91425">
                    <a:lnL w="9525" cap="flat" cmpd="sng">
                      <a:solidFill>
                        <a:srgbClr val="B7B7B7"/>
                      </a:solidFill>
                      <a:prstDash val="solid"/>
                      <a:round/>
                      <a:headEnd type="none" w="sm" len="sm"/>
                      <a:tailEnd type="none" w="sm" len="sm"/>
                    </a:lnL>
                    <a:lnR w="9525" cap="flat" cmpd="sng">
                      <a:solidFill>
                        <a:srgbClr val="B7B7B7"/>
                      </a:solidFill>
                      <a:prstDash val="solid"/>
                      <a:round/>
                      <a:headEnd type="none" w="sm" len="sm"/>
                      <a:tailEnd type="none" w="sm" len="sm"/>
                    </a:lnR>
                    <a:lnT w="9525" cap="flat" cmpd="sng">
                      <a:solidFill>
                        <a:srgbClr val="B7B7B7"/>
                      </a:solidFill>
                      <a:prstDash val="solid"/>
                      <a:round/>
                      <a:headEnd type="none" w="sm" len="sm"/>
                      <a:tailEnd type="none" w="sm" len="sm"/>
                    </a:lnT>
                    <a:lnB w="9525" cap="flat" cmpd="sng">
                      <a:solidFill>
                        <a:srgbClr val="B7B7B7"/>
                      </a:solidFill>
                      <a:prstDash val="solid"/>
                      <a:round/>
                      <a:headEnd type="none" w="sm" len="sm"/>
                      <a:tailEnd type="none" w="sm" len="sm"/>
                    </a:lnB>
                    <a:solidFill>
                      <a:srgbClr val="B7B7B7"/>
                    </a:solidFill>
                  </a:tcPr>
                </a:tc>
                <a:tc>
                  <a:txBody>
                    <a:bodyPr/>
                    <a:lstStyle/>
                    <a:p>
                      <a:pPr marL="0" lvl="0" indent="0" algn="l" rtl="0">
                        <a:spcBef>
                          <a:spcPts val="0"/>
                        </a:spcBef>
                        <a:spcAft>
                          <a:spcPts val="0"/>
                        </a:spcAft>
                        <a:buNone/>
                      </a:pPr>
                      <a:endParaRPr sz="1100"/>
                    </a:p>
                  </a:txBody>
                  <a:tcPr marL="91425" marR="91425" marT="91425" marB="91425">
                    <a:lnL w="9525" cap="flat" cmpd="sng">
                      <a:solidFill>
                        <a:srgbClr val="B7B7B7"/>
                      </a:solidFill>
                      <a:prstDash val="solid"/>
                      <a:round/>
                      <a:headEnd type="none" w="sm" len="sm"/>
                      <a:tailEnd type="none" w="sm" len="sm"/>
                    </a:lnL>
                    <a:lnB w="9525" cap="flat" cmpd="sng">
                      <a:solidFill>
                        <a:srgbClr val="9E9E9E"/>
                      </a:solidFill>
                      <a:prstDash val="solid"/>
                      <a:round/>
                      <a:headEnd type="none" w="sm" len="sm"/>
                      <a:tailEnd type="none" w="sm" len="sm"/>
                    </a:lnB>
                  </a:tcPr>
                </a:tc>
                <a:extLst>
                  <a:ext uri="{0D108BD9-81ED-4DB2-BD59-A6C34878D82A}">
                    <a16:rowId xmlns:a16="http://schemas.microsoft.com/office/drawing/2014/main" val="10004"/>
                  </a:ext>
                </a:extLst>
              </a:tr>
              <a:tr h="381000">
                <a:tc>
                  <a:txBody>
                    <a:bodyPr/>
                    <a:lstStyle/>
                    <a:p>
                      <a:pPr marL="0" lvl="0" indent="0" algn="l" rtl="0">
                        <a:spcBef>
                          <a:spcPts val="0"/>
                        </a:spcBef>
                        <a:spcAft>
                          <a:spcPts val="0"/>
                        </a:spcAft>
                        <a:buNone/>
                      </a:pPr>
                      <a:r>
                        <a:rPr lang="en" sz="1100"/>
                        <a:t>i + 4</a:t>
                      </a:r>
                      <a:endParaRPr sz="1100"/>
                    </a:p>
                  </a:txBody>
                  <a:tcPr marL="91425" marR="91425" marT="91425" marB="91425"/>
                </a:tc>
                <a:tc>
                  <a:txBody>
                    <a:bodyPr/>
                    <a:lstStyle/>
                    <a:p>
                      <a:pPr marL="0" lvl="0" indent="0" algn="l" rtl="0">
                        <a:spcBef>
                          <a:spcPts val="0"/>
                        </a:spcBef>
                        <a:spcAft>
                          <a:spcPts val="0"/>
                        </a:spcAft>
                        <a:buNone/>
                      </a:pPr>
                      <a:endParaRPr sz="1100"/>
                    </a:p>
                  </a:txBody>
                  <a:tcPr marL="91425" marR="91425" marT="91425" marB="91425"/>
                </a:tc>
                <a:tc>
                  <a:txBody>
                    <a:bodyPr/>
                    <a:lstStyle/>
                    <a:p>
                      <a:pPr marL="0" lvl="0" indent="0" algn="l" rtl="0">
                        <a:spcBef>
                          <a:spcPts val="0"/>
                        </a:spcBef>
                        <a:spcAft>
                          <a:spcPts val="0"/>
                        </a:spcAft>
                        <a:buNone/>
                      </a:pPr>
                      <a:endParaRPr sz="1100"/>
                    </a:p>
                  </a:txBody>
                  <a:tcPr marL="91425" marR="91425" marT="91425" marB="91425"/>
                </a:tc>
                <a:tc>
                  <a:txBody>
                    <a:bodyPr/>
                    <a:lstStyle/>
                    <a:p>
                      <a:pPr marL="0" lvl="0" indent="0" algn="l" rtl="0">
                        <a:spcBef>
                          <a:spcPts val="0"/>
                        </a:spcBef>
                        <a:spcAft>
                          <a:spcPts val="0"/>
                        </a:spcAft>
                        <a:buNone/>
                      </a:pPr>
                      <a:endParaRPr sz="1100"/>
                    </a:p>
                  </a:txBody>
                  <a:tcPr marL="91425" marR="91425" marT="91425" marB="91425"/>
                </a:tc>
                <a:tc>
                  <a:txBody>
                    <a:bodyPr/>
                    <a:lstStyle/>
                    <a:p>
                      <a:pPr marL="0" lvl="0" indent="0" algn="l" rtl="0">
                        <a:spcBef>
                          <a:spcPts val="0"/>
                        </a:spcBef>
                        <a:spcAft>
                          <a:spcPts val="0"/>
                        </a:spcAft>
                        <a:buNone/>
                      </a:pPr>
                      <a:endParaRPr sz="1100"/>
                    </a:p>
                  </a:txBody>
                  <a:tcPr marL="91425" marR="91425" marT="91425" marB="91425">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tcPr>
                </a:tc>
                <a:tc>
                  <a:txBody>
                    <a:bodyPr/>
                    <a:lstStyle/>
                    <a:p>
                      <a:pPr marL="0" lvl="0" indent="0" algn="l" rtl="0">
                        <a:spcBef>
                          <a:spcPts val="0"/>
                        </a:spcBef>
                        <a:spcAft>
                          <a:spcPts val="0"/>
                        </a:spcAft>
                        <a:buNone/>
                      </a:pPr>
                      <a:r>
                        <a:rPr lang="en" sz="1100"/>
                        <a:t>IF</a:t>
                      </a:r>
                      <a:endParaRPr sz="1100"/>
                    </a:p>
                  </a:txBody>
                  <a:tcPr marL="91425" marR="91425" marT="91425" marB="91425">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tc>
                  <a:txBody>
                    <a:bodyPr/>
                    <a:lstStyle/>
                    <a:p>
                      <a:pPr marL="0" lvl="0" indent="0" algn="l" rtl="0">
                        <a:spcBef>
                          <a:spcPts val="0"/>
                        </a:spcBef>
                        <a:spcAft>
                          <a:spcPts val="0"/>
                        </a:spcAft>
                        <a:buNone/>
                      </a:pPr>
                      <a:r>
                        <a:rPr lang="en" sz="1100"/>
                        <a:t>ID</a:t>
                      </a:r>
                      <a:endParaRPr sz="1100"/>
                    </a:p>
                  </a:txBody>
                  <a:tcPr marL="91425" marR="91425" marT="91425" marB="91425">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tc>
                  <a:txBody>
                    <a:bodyPr/>
                    <a:lstStyle/>
                    <a:p>
                      <a:pPr marL="0" lvl="0" indent="0" algn="l" rtl="0">
                        <a:spcBef>
                          <a:spcPts val="0"/>
                        </a:spcBef>
                        <a:spcAft>
                          <a:spcPts val="0"/>
                        </a:spcAft>
                        <a:buNone/>
                      </a:pPr>
                      <a:r>
                        <a:rPr lang="en" sz="1100"/>
                        <a:t>EX</a:t>
                      </a:r>
                      <a:endParaRPr sz="1100"/>
                    </a:p>
                  </a:txBody>
                  <a:tcPr marL="91425" marR="91425" marT="91425" marB="91425">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tc>
                  <a:txBody>
                    <a:bodyPr/>
                    <a:lstStyle/>
                    <a:p>
                      <a:pPr marL="0" lvl="0" indent="0" algn="l" rtl="0">
                        <a:spcBef>
                          <a:spcPts val="0"/>
                        </a:spcBef>
                        <a:spcAft>
                          <a:spcPts val="0"/>
                        </a:spcAft>
                        <a:buNone/>
                      </a:pPr>
                      <a:r>
                        <a:rPr lang="en" sz="1100"/>
                        <a:t>MEM</a:t>
                      </a:r>
                      <a:endParaRPr sz="1100"/>
                    </a:p>
                  </a:txBody>
                  <a:tcPr marL="91425" marR="91425" marT="91425" marB="91425">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B7B7B7"/>
                      </a:solidFill>
                      <a:prstDash val="solid"/>
                      <a:round/>
                      <a:headEnd type="none" w="sm" len="sm"/>
                      <a:tailEnd type="none" w="sm" len="sm"/>
                    </a:lnT>
                    <a:lnB w="9525" cap="flat" cmpd="sng">
                      <a:solidFill>
                        <a:srgbClr val="9E9E9E"/>
                      </a:solidFill>
                      <a:prstDash val="solid"/>
                      <a:round/>
                      <a:headEnd type="none" w="sm" len="sm"/>
                      <a:tailEnd type="none" w="sm" len="sm"/>
                    </a:lnB>
                  </a:tcPr>
                </a:tc>
                <a:tc>
                  <a:txBody>
                    <a:bodyPr/>
                    <a:lstStyle/>
                    <a:p>
                      <a:pPr marL="0" lvl="0" indent="0" algn="l" rtl="0">
                        <a:spcBef>
                          <a:spcPts val="0"/>
                        </a:spcBef>
                        <a:spcAft>
                          <a:spcPts val="0"/>
                        </a:spcAft>
                        <a:buNone/>
                      </a:pPr>
                      <a:r>
                        <a:rPr lang="en" sz="1100"/>
                        <a:t>WB</a:t>
                      </a:r>
                      <a:endParaRPr sz="1100"/>
                    </a:p>
                  </a:txBody>
                  <a:tcPr marL="91425" marR="91425" marT="91425" marB="91425">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solidFill>
                      <a:srgbClr val="B7B7B7"/>
                    </a:solidFill>
                  </a:tcPr>
                </a:tc>
                <a:extLst>
                  <a:ext uri="{0D108BD9-81ED-4DB2-BD59-A6C34878D82A}">
                    <a16:rowId xmlns:a16="http://schemas.microsoft.com/office/drawing/2014/main" val="10005"/>
                  </a:ext>
                </a:extLst>
              </a:tr>
            </a:tbl>
          </a:graphicData>
        </a:graphic>
      </p:graphicFrame>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15"/>
        <p:cNvGrpSpPr/>
        <p:nvPr/>
      </p:nvGrpSpPr>
      <p:grpSpPr>
        <a:xfrm>
          <a:off x="0" y="0"/>
          <a:ext cx="0" cy="0"/>
          <a:chOff x="0" y="0"/>
          <a:chExt cx="0" cy="0"/>
        </a:xfrm>
      </p:grpSpPr>
      <p:sp>
        <p:nvSpPr>
          <p:cNvPr id="116" name="Google Shape;116;p22"/>
          <p:cNvSpPr txBox="1">
            <a:spLocks noGrp="1"/>
          </p:cNvSpPr>
          <p:nvPr>
            <p:ph type="title"/>
          </p:nvPr>
        </p:nvSpPr>
        <p:spPr>
          <a:xfrm>
            <a:off x="311700" y="58449"/>
            <a:ext cx="8520600" cy="690300"/>
          </a:xfrm>
          <a:prstGeom prst="rect">
            <a:avLst/>
          </a:prstGeom>
        </p:spPr>
        <p:txBody>
          <a:bodyPr spcFirstLastPara="1" wrap="square" lIns="91425" tIns="91425" rIns="91425" bIns="91425" anchor="t" anchorCtr="0">
            <a:normAutofit fontScale="90000"/>
          </a:bodyPr>
          <a:lstStyle/>
          <a:p>
            <a:pPr marL="0" lvl="0" indent="0" algn="l" rtl="0">
              <a:lnSpc>
                <a:spcPct val="115000"/>
              </a:lnSpc>
              <a:spcBef>
                <a:spcPts val="1200"/>
              </a:spcBef>
              <a:spcAft>
                <a:spcPts val="0"/>
              </a:spcAft>
              <a:buNone/>
            </a:pPr>
            <a:r>
              <a:rPr lang="en" sz="1820" dirty="0"/>
              <a:t>(III) For a MIPS instruction STR R2, 16(R3), some contents stored in its ID/EX pipeline register will bypass the EX unit directly to EX/MEM pipeline register:</a:t>
            </a:r>
            <a:endParaRPr sz="1820" b="1" dirty="0"/>
          </a:p>
          <a:p>
            <a:pPr marL="0" lvl="0" indent="0" algn="l" rtl="0">
              <a:lnSpc>
                <a:spcPct val="115000"/>
              </a:lnSpc>
              <a:spcBef>
                <a:spcPts val="1200"/>
              </a:spcBef>
              <a:spcAft>
                <a:spcPts val="1200"/>
              </a:spcAft>
              <a:buClr>
                <a:schemeClr val="dk1"/>
              </a:buClr>
              <a:buSzPct val="54395"/>
              <a:buFont typeface="Arial"/>
              <a:buNone/>
            </a:pPr>
            <a:endParaRPr sz="1820" dirty="0"/>
          </a:p>
        </p:txBody>
      </p:sp>
      <p:pic>
        <p:nvPicPr>
          <p:cNvPr id="117" name="Google Shape;117;p22"/>
          <p:cNvPicPr preferRelativeResize="0"/>
          <p:nvPr/>
        </p:nvPicPr>
        <p:blipFill>
          <a:blip r:embed="rId3">
            <a:alphaModFix/>
          </a:blip>
          <a:stretch>
            <a:fillRect/>
          </a:stretch>
        </p:blipFill>
        <p:spPr>
          <a:xfrm>
            <a:off x="1259238" y="1742825"/>
            <a:ext cx="6625524" cy="3138550"/>
          </a:xfrm>
          <a:prstGeom prst="rect">
            <a:avLst/>
          </a:prstGeom>
          <a:noFill/>
          <a:ln>
            <a:noFill/>
          </a:ln>
        </p:spPr>
      </p:pic>
      <p:sp>
        <p:nvSpPr>
          <p:cNvPr id="118" name="Google Shape;118;p22"/>
          <p:cNvSpPr txBox="1"/>
          <p:nvPr/>
        </p:nvSpPr>
        <p:spPr>
          <a:xfrm>
            <a:off x="2578350" y="1208225"/>
            <a:ext cx="3987300" cy="4617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800">
                <a:solidFill>
                  <a:schemeClr val="dk2"/>
                </a:solidFill>
              </a:rPr>
              <a:t>Pipeline RISC Data Path (5 stage)</a:t>
            </a:r>
            <a:endParaRPr sz="1800">
              <a:solidFill>
                <a:schemeClr val="dk2"/>
              </a:solidFill>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22"/>
        <p:cNvGrpSpPr/>
        <p:nvPr/>
      </p:nvGrpSpPr>
      <p:grpSpPr>
        <a:xfrm>
          <a:off x="0" y="0"/>
          <a:ext cx="0" cy="0"/>
          <a:chOff x="0" y="0"/>
          <a:chExt cx="0" cy="0"/>
        </a:xfrm>
      </p:grpSpPr>
      <p:pic>
        <p:nvPicPr>
          <p:cNvPr id="124" name="Google Shape;124;p23"/>
          <p:cNvPicPr preferRelativeResize="0"/>
          <p:nvPr/>
        </p:nvPicPr>
        <p:blipFill>
          <a:blip r:embed="rId3">
            <a:alphaModFix/>
          </a:blip>
          <a:stretch>
            <a:fillRect/>
          </a:stretch>
        </p:blipFill>
        <p:spPr>
          <a:xfrm>
            <a:off x="1259238" y="1742825"/>
            <a:ext cx="6625524" cy="3138550"/>
          </a:xfrm>
          <a:prstGeom prst="rect">
            <a:avLst/>
          </a:prstGeom>
          <a:noFill/>
          <a:ln>
            <a:noFill/>
          </a:ln>
        </p:spPr>
      </p:pic>
      <p:sp>
        <p:nvSpPr>
          <p:cNvPr id="125" name="Google Shape;125;p23"/>
          <p:cNvSpPr txBox="1"/>
          <p:nvPr/>
        </p:nvSpPr>
        <p:spPr>
          <a:xfrm>
            <a:off x="2578350" y="1208225"/>
            <a:ext cx="3987300" cy="4617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800">
                <a:solidFill>
                  <a:schemeClr val="dk2"/>
                </a:solidFill>
              </a:rPr>
              <a:t>Pipeline RISC Data Path (5 stage)</a:t>
            </a:r>
            <a:endParaRPr sz="1800">
              <a:solidFill>
                <a:schemeClr val="dk2"/>
              </a:solidFill>
            </a:endParaRPr>
          </a:p>
        </p:txBody>
      </p:sp>
      <p:sp>
        <p:nvSpPr>
          <p:cNvPr id="3" name="Title 2">
            <a:extLst>
              <a:ext uri="{FF2B5EF4-FFF2-40B4-BE49-F238E27FC236}">
                <a16:creationId xmlns:a16="http://schemas.microsoft.com/office/drawing/2014/main" id="{BDADFBB5-11F4-6E38-69BD-70F0D5F82587}"/>
              </a:ext>
            </a:extLst>
          </p:cNvPr>
          <p:cNvSpPr>
            <a:spLocks noGrp="1"/>
          </p:cNvSpPr>
          <p:nvPr>
            <p:ph type="title"/>
          </p:nvPr>
        </p:nvSpPr>
        <p:spPr>
          <a:xfrm>
            <a:off x="311700" y="192267"/>
            <a:ext cx="8520600" cy="1015958"/>
          </a:xfrm>
        </p:spPr>
        <p:txBody>
          <a:bodyPr>
            <a:noAutofit/>
          </a:bodyPr>
          <a:lstStyle/>
          <a:p>
            <a:r>
              <a:rPr lang="en" sz="1400" dirty="0"/>
              <a:t>(III) For a MIPS instruction STR R2, 16(R3), some contents stored in its ID/EX pipeline register will bypass the EX unit directly to EX/MEM pipeline register: </a:t>
            </a:r>
            <a:r>
              <a:rPr lang="en" sz="1400" b="1" dirty="0"/>
              <a:t>TRUE</a:t>
            </a:r>
            <a:br>
              <a:rPr lang="en" sz="1400" b="1" dirty="0"/>
            </a:br>
            <a:r>
              <a:rPr lang="en" sz="1400" b="1" dirty="0"/>
              <a:t>Reason:</a:t>
            </a:r>
            <a:r>
              <a:rPr lang="en" sz="1400" dirty="0"/>
              <a:t> The ALU will compute only 16 + R3 and we need the value of R2 only in MEM stage hence the value of R2 will bypass EX unit i.e. from ID/EX to EX/MEM pipeline register.</a:t>
            </a:r>
            <a:endParaRPr lang="en-IN" sz="14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29"/>
        <p:cNvGrpSpPr/>
        <p:nvPr/>
      </p:nvGrpSpPr>
      <p:grpSpPr>
        <a:xfrm>
          <a:off x="0" y="0"/>
          <a:ext cx="0" cy="0"/>
          <a:chOff x="0" y="0"/>
          <a:chExt cx="0" cy="0"/>
        </a:xfrm>
      </p:grpSpPr>
      <p:sp>
        <p:nvSpPr>
          <p:cNvPr id="130" name="Google Shape;130;p24"/>
          <p:cNvSpPr txBox="1">
            <a:spLocks noGrp="1"/>
          </p:cNvSpPr>
          <p:nvPr>
            <p:ph type="title"/>
          </p:nvPr>
        </p:nvSpPr>
        <p:spPr>
          <a:xfrm>
            <a:off x="311700" y="445025"/>
            <a:ext cx="8520600" cy="666600"/>
          </a:xfrm>
          <a:prstGeom prst="rect">
            <a:avLst/>
          </a:prstGeom>
        </p:spPr>
        <p:txBody>
          <a:bodyPr spcFirstLastPara="1" wrap="square" lIns="91425" tIns="91425" rIns="91425" bIns="91425" anchor="t" anchorCtr="0">
            <a:normAutofit fontScale="90000"/>
          </a:bodyPr>
          <a:lstStyle/>
          <a:p>
            <a:pPr marL="0" lvl="0" indent="0" algn="l" rtl="0">
              <a:lnSpc>
                <a:spcPct val="115000"/>
              </a:lnSpc>
              <a:spcBef>
                <a:spcPts val="1200"/>
              </a:spcBef>
              <a:spcAft>
                <a:spcPts val="1200"/>
              </a:spcAft>
              <a:buClr>
                <a:schemeClr val="dk1"/>
              </a:buClr>
              <a:buSzPct val="54395"/>
              <a:buFont typeface="Arial"/>
              <a:buNone/>
            </a:pPr>
            <a:r>
              <a:rPr lang="en" sz="1820"/>
              <a:t>(IV) A normal 5 stage in order RISC pipeline without operand forwarding can have RAW and WAR hazards:</a:t>
            </a:r>
            <a:endParaRPr/>
          </a:p>
        </p:txBody>
      </p:sp>
      <p:graphicFrame>
        <p:nvGraphicFramePr>
          <p:cNvPr id="131" name="Google Shape;131;p24"/>
          <p:cNvGraphicFramePr/>
          <p:nvPr/>
        </p:nvGraphicFramePr>
        <p:xfrm>
          <a:off x="952500" y="1504950"/>
          <a:ext cx="7239000" cy="2362170"/>
        </p:xfrm>
        <a:graphic>
          <a:graphicData uri="http://schemas.openxmlformats.org/drawingml/2006/table">
            <a:tbl>
              <a:tblPr>
                <a:noFill/>
                <a:tableStyleId>{DDE15ECB-2B40-4FA0-9F4C-C3E28599D91B}</a:tableStyleId>
              </a:tblPr>
              <a:tblGrid>
                <a:gridCol w="723900">
                  <a:extLst>
                    <a:ext uri="{9D8B030D-6E8A-4147-A177-3AD203B41FA5}">
                      <a16:colId xmlns:a16="http://schemas.microsoft.com/office/drawing/2014/main" val="20000"/>
                    </a:ext>
                  </a:extLst>
                </a:gridCol>
                <a:gridCol w="723900">
                  <a:extLst>
                    <a:ext uri="{9D8B030D-6E8A-4147-A177-3AD203B41FA5}">
                      <a16:colId xmlns:a16="http://schemas.microsoft.com/office/drawing/2014/main" val="20001"/>
                    </a:ext>
                  </a:extLst>
                </a:gridCol>
                <a:gridCol w="723900">
                  <a:extLst>
                    <a:ext uri="{9D8B030D-6E8A-4147-A177-3AD203B41FA5}">
                      <a16:colId xmlns:a16="http://schemas.microsoft.com/office/drawing/2014/main" val="20002"/>
                    </a:ext>
                  </a:extLst>
                </a:gridCol>
                <a:gridCol w="723900">
                  <a:extLst>
                    <a:ext uri="{9D8B030D-6E8A-4147-A177-3AD203B41FA5}">
                      <a16:colId xmlns:a16="http://schemas.microsoft.com/office/drawing/2014/main" val="20003"/>
                    </a:ext>
                  </a:extLst>
                </a:gridCol>
                <a:gridCol w="723900">
                  <a:extLst>
                    <a:ext uri="{9D8B030D-6E8A-4147-A177-3AD203B41FA5}">
                      <a16:colId xmlns:a16="http://schemas.microsoft.com/office/drawing/2014/main" val="20004"/>
                    </a:ext>
                  </a:extLst>
                </a:gridCol>
                <a:gridCol w="723900">
                  <a:extLst>
                    <a:ext uri="{9D8B030D-6E8A-4147-A177-3AD203B41FA5}">
                      <a16:colId xmlns:a16="http://schemas.microsoft.com/office/drawing/2014/main" val="20005"/>
                    </a:ext>
                  </a:extLst>
                </a:gridCol>
                <a:gridCol w="723900">
                  <a:extLst>
                    <a:ext uri="{9D8B030D-6E8A-4147-A177-3AD203B41FA5}">
                      <a16:colId xmlns:a16="http://schemas.microsoft.com/office/drawing/2014/main" val="20006"/>
                    </a:ext>
                  </a:extLst>
                </a:gridCol>
                <a:gridCol w="723900">
                  <a:extLst>
                    <a:ext uri="{9D8B030D-6E8A-4147-A177-3AD203B41FA5}">
                      <a16:colId xmlns:a16="http://schemas.microsoft.com/office/drawing/2014/main" val="20007"/>
                    </a:ext>
                  </a:extLst>
                </a:gridCol>
                <a:gridCol w="723900">
                  <a:extLst>
                    <a:ext uri="{9D8B030D-6E8A-4147-A177-3AD203B41FA5}">
                      <a16:colId xmlns:a16="http://schemas.microsoft.com/office/drawing/2014/main" val="20008"/>
                    </a:ext>
                  </a:extLst>
                </a:gridCol>
                <a:gridCol w="723900">
                  <a:extLst>
                    <a:ext uri="{9D8B030D-6E8A-4147-A177-3AD203B41FA5}">
                      <a16:colId xmlns:a16="http://schemas.microsoft.com/office/drawing/2014/main" val="20009"/>
                    </a:ext>
                  </a:extLst>
                </a:gridCol>
              </a:tblGrid>
              <a:tr h="381000">
                <a:tc>
                  <a:txBody>
                    <a:bodyPr/>
                    <a:lstStyle/>
                    <a:p>
                      <a:pPr marL="0" lvl="0" indent="0" algn="ctr" rtl="0">
                        <a:spcBef>
                          <a:spcPts val="0"/>
                        </a:spcBef>
                        <a:spcAft>
                          <a:spcPts val="0"/>
                        </a:spcAft>
                        <a:buNone/>
                      </a:pPr>
                      <a:r>
                        <a:rPr lang="en" sz="900"/>
                        <a:t>Instruction number</a:t>
                      </a:r>
                      <a:endParaRPr sz="900"/>
                    </a:p>
                  </a:txBody>
                  <a:tcPr marL="91425" marR="91425" marT="91425" marB="91425"/>
                </a:tc>
                <a:tc>
                  <a:txBody>
                    <a:bodyPr/>
                    <a:lstStyle/>
                    <a:p>
                      <a:pPr marL="0" lvl="0" indent="0" algn="l" rtl="0">
                        <a:spcBef>
                          <a:spcPts val="0"/>
                        </a:spcBef>
                        <a:spcAft>
                          <a:spcPts val="0"/>
                        </a:spcAft>
                        <a:buNone/>
                      </a:pPr>
                      <a:r>
                        <a:rPr lang="en" sz="1100"/>
                        <a:t>1</a:t>
                      </a:r>
                      <a:endParaRPr sz="1100"/>
                    </a:p>
                  </a:txBody>
                  <a:tcPr marL="91425" marR="91425" marT="91425" marB="91425"/>
                </a:tc>
                <a:tc>
                  <a:txBody>
                    <a:bodyPr/>
                    <a:lstStyle/>
                    <a:p>
                      <a:pPr marL="0" lvl="0" indent="0" algn="l" rtl="0">
                        <a:spcBef>
                          <a:spcPts val="0"/>
                        </a:spcBef>
                        <a:spcAft>
                          <a:spcPts val="0"/>
                        </a:spcAft>
                        <a:buNone/>
                      </a:pPr>
                      <a:r>
                        <a:rPr lang="en" sz="1100"/>
                        <a:t>2</a:t>
                      </a:r>
                      <a:endParaRPr sz="1100"/>
                    </a:p>
                  </a:txBody>
                  <a:tcPr marL="91425" marR="91425" marT="91425" marB="91425"/>
                </a:tc>
                <a:tc>
                  <a:txBody>
                    <a:bodyPr/>
                    <a:lstStyle/>
                    <a:p>
                      <a:pPr marL="0" lvl="0" indent="0" algn="l" rtl="0">
                        <a:spcBef>
                          <a:spcPts val="0"/>
                        </a:spcBef>
                        <a:spcAft>
                          <a:spcPts val="0"/>
                        </a:spcAft>
                        <a:buNone/>
                      </a:pPr>
                      <a:r>
                        <a:rPr lang="en" sz="1100"/>
                        <a:t>3</a:t>
                      </a:r>
                      <a:endParaRPr sz="1100"/>
                    </a:p>
                  </a:txBody>
                  <a:tcPr marL="91425" marR="91425" marT="91425" marB="91425"/>
                </a:tc>
                <a:tc>
                  <a:txBody>
                    <a:bodyPr/>
                    <a:lstStyle/>
                    <a:p>
                      <a:pPr marL="0" lvl="0" indent="0" algn="l" rtl="0">
                        <a:spcBef>
                          <a:spcPts val="0"/>
                        </a:spcBef>
                        <a:spcAft>
                          <a:spcPts val="0"/>
                        </a:spcAft>
                        <a:buNone/>
                      </a:pPr>
                      <a:r>
                        <a:rPr lang="en" sz="1100"/>
                        <a:t>4</a:t>
                      </a:r>
                      <a:endParaRPr sz="1100"/>
                    </a:p>
                  </a:txBody>
                  <a:tcPr marL="91425" marR="91425" marT="91425" marB="91425"/>
                </a:tc>
                <a:tc>
                  <a:txBody>
                    <a:bodyPr/>
                    <a:lstStyle/>
                    <a:p>
                      <a:pPr marL="0" lvl="0" indent="0" algn="l" rtl="0">
                        <a:spcBef>
                          <a:spcPts val="0"/>
                        </a:spcBef>
                        <a:spcAft>
                          <a:spcPts val="0"/>
                        </a:spcAft>
                        <a:buNone/>
                      </a:pPr>
                      <a:r>
                        <a:rPr lang="en" sz="1100"/>
                        <a:t>5</a:t>
                      </a:r>
                      <a:endParaRPr sz="1100"/>
                    </a:p>
                  </a:txBody>
                  <a:tcPr marL="91425" marR="91425" marT="91425" marB="91425">
                    <a:lnB w="9525" cap="flat" cmpd="sng">
                      <a:solidFill>
                        <a:srgbClr val="B7B7B7"/>
                      </a:solidFill>
                      <a:prstDash val="solid"/>
                      <a:round/>
                      <a:headEnd type="none" w="sm" len="sm"/>
                      <a:tailEnd type="none" w="sm" len="sm"/>
                    </a:lnB>
                  </a:tcPr>
                </a:tc>
                <a:tc>
                  <a:txBody>
                    <a:bodyPr/>
                    <a:lstStyle/>
                    <a:p>
                      <a:pPr marL="0" lvl="0" indent="0" algn="l" rtl="0">
                        <a:spcBef>
                          <a:spcPts val="0"/>
                        </a:spcBef>
                        <a:spcAft>
                          <a:spcPts val="0"/>
                        </a:spcAft>
                        <a:buNone/>
                      </a:pPr>
                      <a:r>
                        <a:rPr lang="en" sz="1100"/>
                        <a:t>6</a:t>
                      </a:r>
                      <a:endParaRPr sz="1100"/>
                    </a:p>
                  </a:txBody>
                  <a:tcPr marL="91425" marR="91425" marT="91425" marB="91425"/>
                </a:tc>
                <a:tc>
                  <a:txBody>
                    <a:bodyPr/>
                    <a:lstStyle/>
                    <a:p>
                      <a:pPr marL="0" lvl="0" indent="0" algn="l" rtl="0">
                        <a:spcBef>
                          <a:spcPts val="0"/>
                        </a:spcBef>
                        <a:spcAft>
                          <a:spcPts val="0"/>
                        </a:spcAft>
                        <a:buNone/>
                      </a:pPr>
                      <a:r>
                        <a:rPr lang="en" sz="1100"/>
                        <a:t>7</a:t>
                      </a:r>
                      <a:endParaRPr sz="1100"/>
                    </a:p>
                  </a:txBody>
                  <a:tcPr marL="91425" marR="91425" marT="91425" marB="91425"/>
                </a:tc>
                <a:tc>
                  <a:txBody>
                    <a:bodyPr/>
                    <a:lstStyle/>
                    <a:p>
                      <a:pPr marL="0" lvl="0" indent="0" algn="l" rtl="0">
                        <a:spcBef>
                          <a:spcPts val="0"/>
                        </a:spcBef>
                        <a:spcAft>
                          <a:spcPts val="0"/>
                        </a:spcAft>
                        <a:buNone/>
                      </a:pPr>
                      <a:r>
                        <a:rPr lang="en" sz="1100"/>
                        <a:t>8</a:t>
                      </a:r>
                      <a:endParaRPr sz="1100"/>
                    </a:p>
                  </a:txBody>
                  <a:tcPr marL="91425" marR="91425" marT="91425" marB="91425"/>
                </a:tc>
                <a:tc>
                  <a:txBody>
                    <a:bodyPr/>
                    <a:lstStyle/>
                    <a:p>
                      <a:pPr marL="0" lvl="0" indent="0" algn="l" rtl="0">
                        <a:spcBef>
                          <a:spcPts val="0"/>
                        </a:spcBef>
                        <a:spcAft>
                          <a:spcPts val="0"/>
                        </a:spcAft>
                        <a:buNone/>
                      </a:pPr>
                      <a:r>
                        <a:rPr lang="en" sz="1100"/>
                        <a:t>9</a:t>
                      </a:r>
                      <a:endParaRPr sz="1100"/>
                    </a:p>
                  </a:txBody>
                  <a:tcPr marL="91425" marR="91425" marT="91425" marB="91425"/>
                </a:tc>
                <a:extLst>
                  <a:ext uri="{0D108BD9-81ED-4DB2-BD59-A6C34878D82A}">
                    <a16:rowId xmlns:a16="http://schemas.microsoft.com/office/drawing/2014/main" val="10000"/>
                  </a:ext>
                </a:extLst>
              </a:tr>
              <a:tr h="381000">
                <a:tc>
                  <a:txBody>
                    <a:bodyPr/>
                    <a:lstStyle/>
                    <a:p>
                      <a:pPr marL="0" lvl="0" indent="0" algn="l" rtl="0">
                        <a:spcBef>
                          <a:spcPts val="0"/>
                        </a:spcBef>
                        <a:spcAft>
                          <a:spcPts val="0"/>
                        </a:spcAft>
                        <a:buNone/>
                      </a:pPr>
                      <a:r>
                        <a:rPr lang="en" sz="1100"/>
                        <a:t>i</a:t>
                      </a:r>
                      <a:endParaRPr sz="1100"/>
                    </a:p>
                  </a:txBody>
                  <a:tcPr marL="91425" marR="91425" marT="91425" marB="91425"/>
                </a:tc>
                <a:tc>
                  <a:txBody>
                    <a:bodyPr/>
                    <a:lstStyle/>
                    <a:p>
                      <a:pPr marL="0" lvl="0" indent="0" algn="l" rtl="0">
                        <a:spcBef>
                          <a:spcPts val="0"/>
                        </a:spcBef>
                        <a:spcAft>
                          <a:spcPts val="0"/>
                        </a:spcAft>
                        <a:buNone/>
                      </a:pPr>
                      <a:r>
                        <a:rPr lang="en" sz="1100"/>
                        <a:t>IF</a:t>
                      </a:r>
                      <a:endParaRPr sz="1100"/>
                    </a:p>
                  </a:txBody>
                  <a:tcPr marL="91425" marR="91425" marT="91425" marB="91425"/>
                </a:tc>
                <a:tc>
                  <a:txBody>
                    <a:bodyPr/>
                    <a:lstStyle/>
                    <a:p>
                      <a:pPr marL="0" lvl="0" indent="0" algn="l" rtl="0">
                        <a:spcBef>
                          <a:spcPts val="0"/>
                        </a:spcBef>
                        <a:spcAft>
                          <a:spcPts val="0"/>
                        </a:spcAft>
                        <a:buNone/>
                      </a:pPr>
                      <a:r>
                        <a:rPr lang="en" sz="1100"/>
                        <a:t>ID</a:t>
                      </a:r>
                      <a:endParaRPr sz="1100"/>
                    </a:p>
                  </a:txBody>
                  <a:tcPr marL="91425" marR="91425" marT="91425" marB="91425">
                    <a:lnB w="9525" cap="flat" cmpd="sng">
                      <a:solidFill>
                        <a:srgbClr val="9E9E9E"/>
                      </a:solidFill>
                      <a:prstDash val="solid"/>
                      <a:round/>
                      <a:headEnd type="none" w="sm" len="sm"/>
                      <a:tailEnd type="none" w="sm" len="sm"/>
                    </a:lnB>
                  </a:tcPr>
                </a:tc>
                <a:tc>
                  <a:txBody>
                    <a:bodyPr/>
                    <a:lstStyle/>
                    <a:p>
                      <a:pPr marL="0" lvl="0" indent="0" algn="l" rtl="0">
                        <a:spcBef>
                          <a:spcPts val="0"/>
                        </a:spcBef>
                        <a:spcAft>
                          <a:spcPts val="0"/>
                        </a:spcAft>
                        <a:buNone/>
                      </a:pPr>
                      <a:r>
                        <a:rPr lang="en" sz="1100"/>
                        <a:t>EX</a:t>
                      </a:r>
                      <a:endParaRPr sz="1100"/>
                    </a:p>
                  </a:txBody>
                  <a:tcPr marL="91425" marR="91425" marT="91425" marB="91425">
                    <a:lnB w="9525" cap="flat" cmpd="sng">
                      <a:solidFill>
                        <a:srgbClr val="9E9E9E"/>
                      </a:solidFill>
                      <a:prstDash val="solid"/>
                      <a:round/>
                      <a:headEnd type="none" w="sm" len="sm"/>
                      <a:tailEnd type="none" w="sm" len="sm"/>
                    </a:lnB>
                  </a:tcPr>
                </a:tc>
                <a:tc>
                  <a:txBody>
                    <a:bodyPr/>
                    <a:lstStyle/>
                    <a:p>
                      <a:pPr marL="0" lvl="0" indent="0" algn="l" rtl="0">
                        <a:spcBef>
                          <a:spcPts val="0"/>
                        </a:spcBef>
                        <a:spcAft>
                          <a:spcPts val="0"/>
                        </a:spcAft>
                        <a:buNone/>
                      </a:pPr>
                      <a:r>
                        <a:rPr lang="en" sz="1100"/>
                        <a:t>MEM</a:t>
                      </a:r>
                      <a:endParaRPr sz="1100"/>
                    </a:p>
                  </a:txBody>
                  <a:tcPr marL="91425" marR="91425" marT="91425" marB="91425">
                    <a:lnR w="9525" cap="flat" cmpd="sng">
                      <a:solidFill>
                        <a:srgbClr val="B7B7B7"/>
                      </a:solidFill>
                      <a:prstDash val="solid"/>
                      <a:round/>
                      <a:headEnd type="none" w="sm" len="sm"/>
                      <a:tailEnd type="none" w="sm" len="sm"/>
                    </a:lnR>
                    <a:lnB w="9525" cap="flat" cmpd="sng">
                      <a:solidFill>
                        <a:srgbClr val="9E9E9E"/>
                      </a:solidFill>
                      <a:prstDash val="solid"/>
                      <a:round/>
                      <a:headEnd type="none" w="sm" len="sm"/>
                      <a:tailEnd type="none" w="sm" len="sm"/>
                    </a:lnB>
                  </a:tcPr>
                </a:tc>
                <a:tc>
                  <a:txBody>
                    <a:bodyPr/>
                    <a:lstStyle/>
                    <a:p>
                      <a:pPr marL="0" lvl="0" indent="0" algn="l" rtl="0">
                        <a:spcBef>
                          <a:spcPts val="0"/>
                        </a:spcBef>
                        <a:spcAft>
                          <a:spcPts val="0"/>
                        </a:spcAft>
                        <a:buNone/>
                      </a:pPr>
                      <a:r>
                        <a:rPr lang="en" sz="1100"/>
                        <a:t>WB</a:t>
                      </a:r>
                      <a:endParaRPr sz="1100"/>
                    </a:p>
                  </a:txBody>
                  <a:tcPr marL="91425" marR="91425" marT="91425" marB="91425">
                    <a:lnL w="9525" cap="flat" cmpd="sng">
                      <a:solidFill>
                        <a:srgbClr val="B7B7B7"/>
                      </a:solidFill>
                      <a:prstDash val="solid"/>
                      <a:round/>
                      <a:headEnd type="none" w="sm" len="sm"/>
                      <a:tailEnd type="none" w="sm" len="sm"/>
                    </a:lnL>
                    <a:lnR w="9525" cap="flat" cmpd="sng">
                      <a:solidFill>
                        <a:srgbClr val="B7B7B7"/>
                      </a:solidFill>
                      <a:prstDash val="solid"/>
                      <a:round/>
                      <a:headEnd type="none" w="sm" len="sm"/>
                      <a:tailEnd type="none" w="sm" len="sm"/>
                    </a:lnR>
                    <a:lnT w="9525" cap="flat" cmpd="sng">
                      <a:solidFill>
                        <a:srgbClr val="B7B7B7"/>
                      </a:solidFill>
                      <a:prstDash val="solid"/>
                      <a:round/>
                      <a:headEnd type="none" w="sm" len="sm"/>
                      <a:tailEnd type="none" w="sm" len="sm"/>
                    </a:lnT>
                    <a:lnB w="9525" cap="flat" cmpd="sng">
                      <a:solidFill>
                        <a:srgbClr val="B7B7B7"/>
                      </a:solidFill>
                      <a:prstDash val="solid"/>
                      <a:round/>
                      <a:headEnd type="none" w="sm" len="sm"/>
                      <a:tailEnd type="none" w="sm" len="sm"/>
                    </a:lnB>
                    <a:solidFill>
                      <a:srgbClr val="B7B7B7"/>
                    </a:solidFill>
                  </a:tcPr>
                </a:tc>
                <a:tc>
                  <a:txBody>
                    <a:bodyPr/>
                    <a:lstStyle/>
                    <a:p>
                      <a:pPr marL="0" lvl="0" indent="0" algn="l" rtl="0">
                        <a:spcBef>
                          <a:spcPts val="0"/>
                        </a:spcBef>
                        <a:spcAft>
                          <a:spcPts val="0"/>
                        </a:spcAft>
                        <a:buNone/>
                      </a:pPr>
                      <a:endParaRPr sz="1100"/>
                    </a:p>
                  </a:txBody>
                  <a:tcPr marL="91425" marR="91425" marT="91425" marB="91425">
                    <a:lnL w="9525" cap="flat" cmpd="sng">
                      <a:solidFill>
                        <a:srgbClr val="B7B7B7"/>
                      </a:solidFill>
                      <a:prstDash val="solid"/>
                      <a:round/>
                      <a:headEnd type="none" w="sm" len="sm"/>
                      <a:tailEnd type="none" w="sm" len="sm"/>
                    </a:lnL>
                    <a:lnB w="9525" cap="flat" cmpd="sng">
                      <a:solidFill>
                        <a:srgbClr val="9E9E9E"/>
                      </a:solidFill>
                      <a:prstDash val="solid"/>
                      <a:round/>
                      <a:headEnd type="none" w="sm" len="sm"/>
                      <a:tailEnd type="none" w="sm" len="sm"/>
                    </a:lnB>
                  </a:tcPr>
                </a:tc>
                <a:tc>
                  <a:txBody>
                    <a:bodyPr/>
                    <a:lstStyle/>
                    <a:p>
                      <a:pPr marL="0" lvl="0" indent="0" algn="l" rtl="0">
                        <a:spcBef>
                          <a:spcPts val="0"/>
                        </a:spcBef>
                        <a:spcAft>
                          <a:spcPts val="0"/>
                        </a:spcAft>
                        <a:buNone/>
                      </a:pPr>
                      <a:endParaRPr sz="1100"/>
                    </a:p>
                  </a:txBody>
                  <a:tcPr marL="91425" marR="91425" marT="91425" marB="91425"/>
                </a:tc>
                <a:tc>
                  <a:txBody>
                    <a:bodyPr/>
                    <a:lstStyle/>
                    <a:p>
                      <a:pPr marL="0" lvl="0" indent="0" algn="l" rtl="0">
                        <a:spcBef>
                          <a:spcPts val="0"/>
                        </a:spcBef>
                        <a:spcAft>
                          <a:spcPts val="0"/>
                        </a:spcAft>
                        <a:buNone/>
                      </a:pPr>
                      <a:endParaRPr sz="1100"/>
                    </a:p>
                  </a:txBody>
                  <a:tcPr marL="91425" marR="91425" marT="91425" marB="91425"/>
                </a:tc>
                <a:tc>
                  <a:txBody>
                    <a:bodyPr/>
                    <a:lstStyle/>
                    <a:p>
                      <a:pPr marL="0" lvl="0" indent="0" algn="l" rtl="0">
                        <a:spcBef>
                          <a:spcPts val="0"/>
                        </a:spcBef>
                        <a:spcAft>
                          <a:spcPts val="0"/>
                        </a:spcAft>
                        <a:buNone/>
                      </a:pPr>
                      <a:endParaRPr sz="1100"/>
                    </a:p>
                  </a:txBody>
                  <a:tcPr marL="91425" marR="91425" marT="91425" marB="91425"/>
                </a:tc>
                <a:extLst>
                  <a:ext uri="{0D108BD9-81ED-4DB2-BD59-A6C34878D82A}">
                    <a16:rowId xmlns:a16="http://schemas.microsoft.com/office/drawing/2014/main" val="10001"/>
                  </a:ext>
                </a:extLst>
              </a:tr>
              <a:tr h="381000">
                <a:tc>
                  <a:txBody>
                    <a:bodyPr/>
                    <a:lstStyle/>
                    <a:p>
                      <a:pPr marL="0" lvl="0" indent="0" algn="l" rtl="0">
                        <a:spcBef>
                          <a:spcPts val="0"/>
                        </a:spcBef>
                        <a:spcAft>
                          <a:spcPts val="0"/>
                        </a:spcAft>
                        <a:buNone/>
                      </a:pPr>
                      <a:r>
                        <a:rPr lang="en" sz="1100"/>
                        <a:t>i + 1</a:t>
                      </a:r>
                      <a:endParaRPr sz="1100"/>
                    </a:p>
                  </a:txBody>
                  <a:tcPr marL="91425" marR="91425" marT="91425" marB="91425"/>
                </a:tc>
                <a:tc>
                  <a:txBody>
                    <a:bodyPr/>
                    <a:lstStyle/>
                    <a:p>
                      <a:pPr marL="0" lvl="0" indent="0" algn="l" rtl="0">
                        <a:spcBef>
                          <a:spcPts val="0"/>
                        </a:spcBef>
                        <a:spcAft>
                          <a:spcPts val="0"/>
                        </a:spcAft>
                        <a:buNone/>
                      </a:pPr>
                      <a:endParaRPr sz="1100"/>
                    </a:p>
                  </a:txBody>
                  <a:tcPr marL="91425" marR="91425" marT="91425" marB="91425">
                    <a:lnR w="9525" cap="flat" cmpd="sng">
                      <a:solidFill>
                        <a:srgbClr val="9E9E9E"/>
                      </a:solidFill>
                      <a:prstDash val="solid"/>
                      <a:round/>
                      <a:headEnd type="none" w="sm" len="sm"/>
                      <a:tailEnd type="none" w="sm" len="sm"/>
                    </a:lnR>
                  </a:tcPr>
                </a:tc>
                <a:tc>
                  <a:txBody>
                    <a:bodyPr/>
                    <a:lstStyle/>
                    <a:p>
                      <a:pPr marL="0" lvl="0" indent="0" algn="l" rtl="0">
                        <a:spcBef>
                          <a:spcPts val="0"/>
                        </a:spcBef>
                        <a:spcAft>
                          <a:spcPts val="0"/>
                        </a:spcAft>
                        <a:buNone/>
                      </a:pPr>
                      <a:r>
                        <a:rPr lang="en" sz="1100"/>
                        <a:t>IF</a:t>
                      </a:r>
                      <a:endParaRPr sz="1100"/>
                    </a:p>
                  </a:txBody>
                  <a:tcPr marL="91425" marR="91425" marT="91425" marB="91425">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tc>
                  <a:txBody>
                    <a:bodyPr/>
                    <a:lstStyle/>
                    <a:p>
                      <a:pPr marL="0" lvl="0" indent="0" algn="l" rtl="0">
                        <a:spcBef>
                          <a:spcPts val="0"/>
                        </a:spcBef>
                        <a:spcAft>
                          <a:spcPts val="0"/>
                        </a:spcAft>
                        <a:buNone/>
                      </a:pPr>
                      <a:r>
                        <a:rPr lang="en" sz="1100"/>
                        <a:t>ID</a:t>
                      </a:r>
                      <a:endParaRPr sz="1100"/>
                    </a:p>
                  </a:txBody>
                  <a:tcPr marL="91425" marR="91425" marT="91425" marB="91425">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tc>
                  <a:txBody>
                    <a:bodyPr/>
                    <a:lstStyle/>
                    <a:p>
                      <a:pPr marL="0" lvl="0" indent="0" algn="l" rtl="0">
                        <a:spcBef>
                          <a:spcPts val="0"/>
                        </a:spcBef>
                        <a:spcAft>
                          <a:spcPts val="0"/>
                        </a:spcAft>
                        <a:buNone/>
                      </a:pPr>
                      <a:r>
                        <a:rPr lang="en" sz="1100"/>
                        <a:t>EX</a:t>
                      </a:r>
                      <a:endParaRPr sz="1100"/>
                    </a:p>
                  </a:txBody>
                  <a:tcPr marL="91425" marR="91425" marT="91425" marB="91425">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tc>
                  <a:txBody>
                    <a:bodyPr/>
                    <a:lstStyle/>
                    <a:p>
                      <a:pPr marL="0" lvl="0" indent="0" algn="l" rtl="0">
                        <a:spcBef>
                          <a:spcPts val="0"/>
                        </a:spcBef>
                        <a:spcAft>
                          <a:spcPts val="0"/>
                        </a:spcAft>
                        <a:buNone/>
                      </a:pPr>
                      <a:r>
                        <a:rPr lang="en" sz="1100"/>
                        <a:t>MEM</a:t>
                      </a:r>
                      <a:endParaRPr sz="1100"/>
                    </a:p>
                  </a:txBody>
                  <a:tcPr marL="91425" marR="91425" marT="91425" marB="91425">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B7B7B7"/>
                      </a:solidFill>
                      <a:prstDash val="solid"/>
                      <a:round/>
                      <a:headEnd type="none" w="sm" len="sm"/>
                      <a:tailEnd type="none" w="sm" len="sm"/>
                    </a:lnT>
                    <a:lnB w="9525" cap="flat" cmpd="sng">
                      <a:solidFill>
                        <a:srgbClr val="9E9E9E"/>
                      </a:solidFill>
                      <a:prstDash val="solid"/>
                      <a:round/>
                      <a:headEnd type="none" w="sm" len="sm"/>
                      <a:tailEnd type="none" w="sm" len="sm"/>
                    </a:lnB>
                  </a:tcPr>
                </a:tc>
                <a:tc>
                  <a:txBody>
                    <a:bodyPr/>
                    <a:lstStyle/>
                    <a:p>
                      <a:pPr marL="0" lvl="0" indent="0" algn="l" rtl="0">
                        <a:spcBef>
                          <a:spcPts val="0"/>
                        </a:spcBef>
                        <a:spcAft>
                          <a:spcPts val="0"/>
                        </a:spcAft>
                        <a:buNone/>
                      </a:pPr>
                      <a:r>
                        <a:rPr lang="en" sz="1100"/>
                        <a:t>WB</a:t>
                      </a:r>
                      <a:endParaRPr sz="1100"/>
                    </a:p>
                  </a:txBody>
                  <a:tcPr marL="91425" marR="91425" marT="91425" marB="91425">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solidFill>
                      <a:srgbClr val="B7B7B7"/>
                    </a:solidFill>
                  </a:tcPr>
                </a:tc>
                <a:tc>
                  <a:txBody>
                    <a:bodyPr/>
                    <a:lstStyle/>
                    <a:p>
                      <a:pPr marL="0" lvl="0" indent="0" algn="l" rtl="0">
                        <a:spcBef>
                          <a:spcPts val="0"/>
                        </a:spcBef>
                        <a:spcAft>
                          <a:spcPts val="0"/>
                        </a:spcAft>
                        <a:buNone/>
                      </a:pPr>
                      <a:endParaRPr sz="1100"/>
                    </a:p>
                  </a:txBody>
                  <a:tcPr marL="91425" marR="91425" marT="91425" marB="91425">
                    <a:lnL w="9525" cap="flat" cmpd="sng">
                      <a:solidFill>
                        <a:srgbClr val="9E9E9E"/>
                      </a:solidFill>
                      <a:prstDash val="solid"/>
                      <a:round/>
                      <a:headEnd type="none" w="sm" len="sm"/>
                      <a:tailEnd type="none" w="sm" len="sm"/>
                    </a:lnL>
                    <a:lnB w="9525" cap="flat" cmpd="sng">
                      <a:solidFill>
                        <a:srgbClr val="B7B7B7"/>
                      </a:solidFill>
                      <a:prstDash val="solid"/>
                      <a:round/>
                      <a:headEnd type="none" w="sm" len="sm"/>
                      <a:tailEnd type="none" w="sm" len="sm"/>
                    </a:lnB>
                  </a:tcPr>
                </a:tc>
                <a:tc>
                  <a:txBody>
                    <a:bodyPr/>
                    <a:lstStyle/>
                    <a:p>
                      <a:pPr marL="0" lvl="0" indent="0" algn="l" rtl="0">
                        <a:spcBef>
                          <a:spcPts val="0"/>
                        </a:spcBef>
                        <a:spcAft>
                          <a:spcPts val="0"/>
                        </a:spcAft>
                        <a:buNone/>
                      </a:pPr>
                      <a:endParaRPr sz="1100"/>
                    </a:p>
                  </a:txBody>
                  <a:tcPr marL="91425" marR="91425" marT="91425" marB="91425"/>
                </a:tc>
                <a:tc>
                  <a:txBody>
                    <a:bodyPr/>
                    <a:lstStyle/>
                    <a:p>
                      <a:pPr marL="0" lvl="0" indent="0" algn="l" rtl="0">
                        <a:spcBef>
                          <a:spcPts val="0"/>
                        </a:spcBef>
                        <a:spcAft>
                          <a:spcPts val="0"/>
                        </a:spcAft>
                        <a:buNone/>
                      </a:pPr>
                      <a:endParaRPr sz="1100"/>
                    </a:p>
                  </a:txBody>
                  <a:tcPr marL="91425" marR="91425" marT="91425" marB="91425"/>
                </a:tc>
                <a:extLst>
                  <a:ext uri="{0D108BD9-81ED-4DB2-BD59-A6C34878D82A}">
                    <a16:rowId xmlns:a16="http://schemas.microsoft.com/office/drawing/2014/main" val="10002"/>
                  </a:ext>
                </a:extLst>
              </a:tr>
              <a:tr h="381000">
                <a:tc>
                  <a:txBody>
                    <a:bodyPr/>
                    <a:lstStyle/>
                    <a:p>
                      <a:pPr marL="0" lvl="0" indent="0" algn="l" rtl="0">
                        <a:spcBef>
                          <a:spcPts val="0"/>
                        </a:spcBef>
                        <a:spcAft>
                          <a:spcPts val="0"/>
                        </a:spcAft>
                        <a:buNone/>
                      </a:pPr>
                      <a:r>
                        <a:rPr lang="en" sz="1100"/>
                        <a:t>i + 2</a:t>
                      </a:r>
                      <a:endParaRPr sz="1100"/>
                    </a:p>
                  </a:txBody>
                  <a:tcPr marL="91425" marR="91425" marT="91425" marB="91425"/>
                </a:tc>
                <a:tc>
                  <a:txBody>
                    <a:bodyPr/>
                    <a:lstStyle/>
                    <a:p>
                      <a:pPr marL="0" lvl="0" indent="0" algn="l" rtl="0">
                        <a:spcBef>
                          <a:spcPts val="0"/>
                        </a:spcBef>
                        <a:spcAft>
                          <a:spcPts val="0"/>
                        </a:spcAft>
                        <a:buNone/>
                      </a:pPr>
                      <a:endParaRPr sz="1100"/>
                    </a:p>
                  </a:txBody>
                  <a:tcPr marL="91425" marR="91425" marT="91425" marB="91425"/>
                </a:tc>
                <a:tc>
                  <a:txBody>
                    <a:bodyPr/>
                    <a:lstStyle/>
                    <a:p>
                      <a:pPr marL="0" lvl="0" indent="0" algn="l" rtl="0">
                        <a:spcBef>
                          <a:spcPts val="0"/>
                        </a:spcBef>
                        <a:spcAft>
                          <a:spcPts val="0"/>
                        </a:spcAft>
                        <a:buNone/>
                      </a:pPr>
                      <a:endParaRPr sz="1100"/>
                    </a:p>
                  </a:txBody>
                  <a:tcPr marL="91425" marR="91425" marT="91425" marB="91425">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tcPr>
                </a:tc>
                <a:tc>
                  <a:txBody>
                    <a:bodyPr/>
                    <a:lstStyle/>
                    <a:p>
                      <a:pPr marL="0" lvl="0" indent="0" algn="l" rtl="0">
                        <a:spcBef>
                          <a:spcPts val="0"/>
                        </a:spcBef>
                        <a:spcAft>
                          <a:spcPts val="0"/>
                        </a:spcAft>
                        <a:buNone/>
                      </a:pPr>
                      <a:r>
                        <a:rPr lang="en" sz="1100"/>
                        <a:t>IF</a:t>
                      </a:r>
                      <a:endParaRPr sz="1100"/>
                    </a:p>
                  </a:txBody>
                  <a:tcPr marL="91425" marR="91425" marT="91425" marB="91425">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tc>
                  <a:txBody>
                    <a:bodyPr/>
                    <a:lstStyle/>
                    <a:p>
                      <a:pPr marL="0" lvl="0" indent="0" algn="l" rtl="0">
                        <a:spcBef>
                          <a:spcPts val="0"/>
                        </a:spcBef>
                        <a:spcAft>
                          <a:spcPts val="0"/>
                        </a:spcAft>
                        <a:buNone/>
                      </a:pPr>
                      <a:r>
                        <a:rPr lang="en" sz="1100"/>
                        <a:t>ID</a:t>
                      </a:r>
                      <a:endParaRPr sz="1100"/>
                    </a:p>
                  </a:txBody>
                  <a:tcPr marL="91425" marR="91425" marT="91425" marB="91425">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tc>
                  <a:txBody>
                    <a:bodyPr/>
                    <a:lstStyle/>
                    <a:p>
                      <a:pPr marL="0" lvl="0" indent="0" algn="l" rtl="0">
                        <a:spcBef>
                          <a:spcPts val="0"/>
                        </a:spcBef>
                        <a:spcAft>
                          <a:spcPts val="0"/>
                        </a:spcAft>
                        <a:buNone/>
                      </a:pPr>
                      <a:r>
                        <a:rPr lang="en" sz="1100"/>
                        <a:t>EX</a:t>
                      </a:r>
                      <a:endParaRPr sz="1100"/>
                    </a:p>
                  </a:txBody>
                  <a:tcPr marL="91425" marR="91425" marT="91425" marB="91425">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tc>
                  <a:txBody>
                    <a:bodyPr/>
                    <a:lstStyle/>
                    <a:p>
                      <a:pPr marL="0" lvl="0" indent="0" algn="l" rtl="0">
                        <a:spcBef>
                          <a:spcPts val="0"/>
                        </a:spcBef>
                        <a:spcAft>
                          <a:spcPts val="0"/>
                        </a:spcAft>
                        <a:buNone/>
                      </a:pPr>
                      <a:r>
                        <a:rPr lang="en" sz="1100"/>
                        <a:t>MEM</a:t>
                      </a:r>
                      <a:endParaRPr sz="1100"/>
                    </a:p>
                  </a:txBody>
                  <a:tcPr marL="91425" marR="91425" marT="91425" marB="91425">
                    <a:lnL w="9525" cap="flat" cmpd="sng">
                      <a:solidFill>
                        <a:srgbClr val="9E9E9E"/>
                      </a:solidFill>
                      <a:prstDash val="solid"/>
                      <a:round/>
                      <a:headEnd type="none" w="sm" len="sm"/>
                      <a:tailEnd type="none" w="sm" len="sm"/>
                    </a:lnL>
                    <a:lnR w="9525" cap="flat" cmpd="sng">
                      <a:solidFill>
                        <a:srgbClr val="B7B7B7"/>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tc>
                  <a:txBody>
                    <a:bodyPr/>
                    <a:lstStyle/>
                    <a:p>
                      <a:pPr marL="0" lvl="0" indent="0" algn="l" rtl="0">
                        <a:spcBef>
                          <a:spcPts val="0"/>
                        </a:spcBef>
                        <a:spcAft>
                          <a:spcPts val="0"/>
                        </a:spcAft>
                        <a:buNone/>
                      </a:pPr>
                      <a:r>
                        <a:rPr lang="en" sz="1100"/>
                        <a:t>WB</a:t>
                      </a:r>
                      <a:endParaRPr sz="1100"/>
                    </a:p>
                  </a:txBody>
                  <a:tcPr marL="91425" marR="91425" marT="91425" marB="91425">
                    <a:lnL w="9525" cap="flat" cmpd="sng">
                      <a:solidFill>
                        <a:srgbClr val="B7B7B7"/>
                      </a:solidFill>
                      <a:prstDash val="solid"/>
                      <a:round/>
                      <a:headEnd type="none" w="sm" len="sm"/>
                      <a:tailEnd type="none" w="sm" len="sm"/>
                    </a:lnL>
                    <a:lnR w="9525" cap="flat" cmpd="sng">
                      <a:solidFill>
                        <a:srgbClr val="B7B7B7"/>
                      </a:solidFill>
                      <a:prstDash val="solid"/>
                      <a:round/>
                      <a:headEnd type="none" w="sm" len="sm"/>
                      <a:tailEnd type="none" w="sm" len="sm"/>
                    </a:lnR>
                    <a:lnT w="9525" cap="flat" cmpd="sng">
                      <a:solidFill>
                        <a:srgbClr val="B7B7B7"/>
                      </a:solidFill>
                      <a:prstDash val="solid"/>
                      <a:round/>
                      <a:headEnd type="none" w="sm" len="sm"/>
                      <a:tailEnd type="none" w="sm" len="sm"/>
                    </a:lnT>
                    <a:lnB w="9525" cap="flat" cmpd="sng">
                      <a:solidFill>
                        <a:srgbClr val="B7B7B7"/>
                      </a:solidFill>
                      <a:prstDash val="solid"/>
                      <a:round/>
                      <a:headEnd type="none" w="sm" len="sm"/>
                      <a:tailEnd type="none" w="sm" len="sm"/>
                    </a:lnB>
                    <a:solidFill>
                      <a:srgbClr val="B7B7B7"/>
                    </a:solidFill>
                  </a:tcPr>
                </a:tc>
                <a:tc>
                  <a:txBody>
                    <a:bodyPr/>
                    <a:lstStyle/>
                    <a:p>
                      <a:pPr marL="0" lvl="0" indent="0" algn="l" rtl="0">
                        <a:spcBef>
                          <a:spcPts val="0"/>
                        </a:spcBef>
                        <a:spcAft>
                          <a:spcPts val="0"/>
                        </a:spcAft>
                        <a:buNone/>
                      </a:pPr>
                      <a:endParaRPr sz="1100"/>
                    </a:p>
                  </a:txBody>
                  <a:tcPr marL="91425" marR="91425" marT="91425" marB="91425">
                    <a:lnL w="9525" cap="flat" cmpd="sng">
                      <a:solidFill>
                        <a:srgbClr val="B7B7B7"/>
                      </a:solidFill>
                      <a:prstDash val="solid"/>
                      <a:round/>
                      <a:headEnd type="none" w="sm" len="sm"/>
                      <a:tailEnd type="none" w="sm" len="sm"/>
                    </a:lnL>
                    <a:lnB w="9525" cap="flat" cmpd="sng">
                      <a:solidFill>
                        <a:srgbClr val="B7B7B7"/>
                      </a:solidFill>
                      <a:prstDash val="solid"/>
                      <a:round/>
                      <a:headEnd type="none" w="sm" len="sm"/>
                      <a:tailEnd type="none" w="sm" len="sm"/>
                    </a:lnB>
                  </a:tcPr>
                </a:tc>
                <a:tc>
                  <a:txBody>
                    <a:bodyPr/>
                    <a:lstStyle/>
                    <a:p>
                      <a:pPr marL="0" lvl="0" indent="0" algn="l" rtl="0">
                        <a:spcBef>
                          <a:spcPts val="0"/>
                        </a:spcBef>
                        <a:spcAft>
                          <a:spcPts val="0"/>
                        </a:spcAft>
                        <a:buNone/>
                      </a:pPr>
                      <a:endParaRPr sz="1100"/>
                    </a:p>
                  </a:txBody>
                  <a:tcPr marL="91425" marR="91425" marT="91425" marB="91425"/>
                </a:tc>
                <a:extLst>
                  <a:ext uri="{0D108BD9-81ED-4DB2-BD59-A6C34878D82A}">
                    <a16:rowId xmlns:a16="http://schemas.microsoft.com/office/drawing/2014/main" val="10003"/>
                  </a:ext>
                </a:extLst>
              </a:tr>
              <a:tr h="381000">
                <a:tc>
                  <a:txBody>
                    <a:bodyPr/>
                    <a:lstStyle/>
                    <a:p>
                      <a:pPr marL="0" lvl="0" indent="0" algn="l" rtl="0">
                        <a:spcBef>
                          <a:spcPts val="0"/>
                        </a:spcBef>
                        <a:spcAft>
                          <a:spcPts val="0"/>
                        </a:spcAft>
                        <a:buNone/>
                      </a:pPr>
                      <a:r>
                        <a:rPr lang="en" sz="1100"/>
                        <a:t>i + 3</a:t>
                      </a:r>
                      <a:endParaRPr sz="1100"/>
                    </a:p>
                  </a:txBody>
                  <a:tcPr marL="91425" marR="91425" marT="91425" marB="91425"/>
                </a:tc>
                <a:tc>
                  <a:txBody>
                    <a:bodyPr/>
                    <a:lstStyle/>
                    <a:p>
                      <a:pPr marL="0" lvl="0" indent="0" algn="l" rtl="0">
                        <a:spcBef>
                          <a:spcPts val="0"/>
                        </a:spcBef>
                        <a:spcAft>
                          <a:spcPts val="0"/>
                        </a:spcAft>
                        <a:buNone/>
                      </a:pPr>
                      <a:endParaRPr sz="1100"/>
                    </a:p>
                  </a:txBody>
                  <a:tcPr marL="91425" marR="91425" marT="91425" marB="91425"/>
                </a:tc>
                <a:tc>
                  <a:txBody>
                    <a:bodyPr/>
                    <a:lstStyle/>
                    <a:p>
                      <a:pPr marL="0" lvl="0" indent="0" algn="l" rtl="0">
                        <a:spcBef>
                          <a:spcPts val="0"/>
                        </a:spcBef>
                        <a:spcAft>
                          <a:spcPts val="0"/>
                        </a:spcAft>
                        <a:buNone/>
                      </a:pPr>
                      <a:endParaRPr sz="1100"/>
                    </a:p>
                  </a:txBody>
                  <a:tcPr marL="91425" marR="91425" marT="91425" marB="91425"/>
                </a:tc>
                <a:tc>
                  <a:txBody>
                    <a:bodyPr/>
                    <a:lstStyle/>
                    <a:p>
                      <a:pPr marL="0" lvl="0" indent="0" algn="l" rtl="0">
                        <a:spcBef>
                          <a:spcPts val="0"/>
                        </a:spcBef>
                        <a:spcAft>
                          <a:spcPts val="0"/>
                        </a:spcAft>
                        <a:buNone/>
                      </a:pPr>
                      <a:endParaRPr sz="1100"/>
                    </a:p>
                  </a:txBody>
                  <a:tcPr marL="91425" marR="91425" marT="91425" marB="91425">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tcPr>
                </a:tc>
                <a:tc>
                  <a:txBody>
                    <a:bodyPr/>
                    <a:lstStyle/>
                    <a:p>
                      <a:pPr marL="0" lvl="0" indent="0" algn="l" rtl="0">
                        <a:spcBef>
                          <a:spcPts val="0"/>
                        </a:spcBef>
                        <a:spcAft>
                          <a:spcPts val="0"/>
                        </a:spcAft>
                        <a:buNone/>
                      </a:pPr>
                      <a:r>
                        <a:rPr lang="en" sz="1100"/>
                        <a:t>IF</a:t>
                      </a:r>
                      <a:endParaRPr sz="1100"/>
                    </a:p>
                  </a:txBody>
                  <a:tcPr marL="91425" marR="91425" marT="91425" marB="91425">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tc>
                  <a:txBody>
                    <a:bodyPr/>
                    <a:lstStyle/>
                    <a:p>
                      <a:pPr marL="0" lvl="0" indent="0" algn="l" rtl="0">
                        <a:spcBef>
                          <a:spcPts val="0"/>
                        </a:spcBef>
                        <a:spcAft>
                          <a:spcPts val="0"/>
                        </a:spcAft>
                        <a:buNone/>
                      </a:pPr>
                      <a:r>
                        <a:rPr lang="en" sz="1100"/>
                        <a:t>ID</a:t>
                      </a:r>
                      <a:endParaRPr sz="1100"/>
                    </a:p>
                  </a:txBody>
                  <a:tcPr marL="91425" marR="91425" marT="91425" marB="91425">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tc>
                  <a:txBody>
                    <a:bodyPr/>
                    <a:lstStyle/>
                    <a:p>
                      <a:pPr marL="0" lvl="0" indent="0" algn="l" rtl="0">
                        <a:spcBef>
                          <a:spcPts val="0"/>
                        </a:spcBef>
                        <a:spcAft>
                          <a:spcPts val="0"/>
                        </a:spcAft>
                        <a:buNone/>
                      </a:pPr>
                      <a:r>
                        <a:rPr lang="en" sz="1100"/>
                        <a:t>EX</a:t>
                      </a:r>
                      <a:endParaRPr sz="1100"/>
                    </a:p>
                  </a:txBody>
                  <a:tcPr marL="91425" marR="91425" marT="91425" marB="91425">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tc>
                  <a:txBody>
                    <a:bodyPr/>
                    <a:lstStyle/>
                    <a:p>
                      <a:pPr marL="0" lvl="0" indent="0" algn="l" rtl="0">
                        <a:spcBef>
                          <a:spcPts val="0"/>
                        </a:spcBef>
                        <a:spcAft>
                          <a:spcPts val="0"/>
                        </a:spcAft>
                        <a:buNone/>
                      </a:pPr>
                      <a:r>
                        <a:rPr lang="en" sz="1100"/>
                        <a:t>MEM</a:t>
                      </a:r>
                      <a:endParaRPr sz="1100"/>
                    </a:p>
                  </a:txBody>
                  <a:tcPr marL="91425" marR="91425" marT="91425" marB="91425">
                    <a:lnL w="9525" cap="flat" cmpd="sng">
                      <a:solidFill>
                        <a:srgbClr val="9E9E9E"/>
                      </a:solidFill>
                      <a:prstDash val="solid"/>
                      <a:round/>
                      <a:headEnd type="none" w="sm" len="sm"/>
                      <a:tailEnd type="none" w="sm" len="sm"/>
                    </a:lnL>
                    <a:lnR w="9525" cap="flat" cmpd="sng">
                      <a:solidFill>
                        <a:srgbClr val="B7B7B7"/>
                      </a:solidFill>
                      <a:prstDash val="solid"/>
                      <a:round/>
                      <a:headEnd type="none" w="sm" len="sm"/>
                      <a:tailEnd type="none" w="sm" len="sm"/>
                    </a:lnR>
                    <a:lnT w="9525" cap="flat" cmpd="sng">
                      <a:solidFill>
                        <a:srgbClr val="B7B7B7"/>
                      </a:solidFill>
                      <a:prstDash val="solid"/>
                      <a:round/>
                      <a:headEnd type="none" w="sm" len="sm"/>
                      <a:tailEnd type="none" w="sm" len="sm"/>
                    </a:lnT>
                    <a:lnB w="9525" cap="flat" cmpd="sng">
                      <a:solidFill>
                        <a:srgbClr val="9E9E9E"/>
                      </a:solidFill>
                      <a:prstDash val="solid"/>
                      <a:round/>
                      <a:headEnd type="none" w="sm" len="sm"/>
                      <a:tailEnd type="none" w="sm" len="sm"/>
                    </a:lnB>
                  </a:tcPr>
                </a:tc>
                <a:tc>
                  <a:txBody>
                    <a:bodyPr/>
                    <a:lstStyle/>
                    <a:p>
                      <a:pPr marL="0" lvl="0" indent="0" algn="l" rtl="0">
                        <a:spcBef>
                          <a:spcPts val="0"/>
                        </a:spcBef>
                        <a:spcAft>
                          <a:spcPts val="0"/>
                        </a:spcAft>
                        <a:buNone/>
                      </a:pPr>
                      <a:r>
                        <a:rPr lang="en" sz="1100"/>
                        <a:t>WB</a:t>
                      </a:r>
                      <a:endParaRPr sz="1100"/>
                    </a:p>
                  </a:txBody>
                  <a:tcPr marL="91425" marR="91425" marT="91425" marB="91425">
                    <a:lnL w="9525" cap="flat" cmpd="sng">
                      <a:solidFill>
                        <a:srgbClr val="B7B7B7"/>
                      </a:solidFill>
                      <a:prstDash val="solid"/>
                      <a:round/>
                      <a:headEnd type="none" w="sm" len="sm"/>
                      <a:tailEnd type="none" w="sm" len="sm"/>
                    </a:lnL>
                    <a:lnR w="9525" cap="flat" cmpd="sng">
                      <a:solidFill>
                        <a:srgbClr val="B7B7B7"/>
                      </a:solidFill>
                      <a:prstDash val="solid"/>
                      <a:round/>
                      <a:headEnd type="none" w="sm" len="sm"/>
                      <a:tailEnd type="none" w="sm" len="sm"/>
                    </a:lnR>
                    <a:lnT w="9525" cap="flat" cmpd="sng">
                      <a:solidFill>
                        <a:srgbClr val="B7B7B7"/>
                      </a:solidFill>
                      <a:prstDash val="solid"/>
                      <a:round/>
                      <a:headEnd type="none" w="sm" len="sm"/>
                      <a:tailEnd type="none" w="sm" len="sm"/>
                    </a:lnT>
                    <a:lnB w="9525" cap="flat" cmpd="sng">
                      <a:solidFill>
                        <a:srgbClr val="B7B7B7"/>
                      </a:solidFill>
                      <a:prstDash val="solid"/>
                      <a:round/>
                      <a:headEnd type="none" w="sm" len="sm"/>
                      <a:tailEnd type="none" w="sm" len="sm"/>
                    </a:lnB>
                    <a:solidFill>
                      <a:srgbClr val="B7B7B7"/>
                    </a:solidFill>
                  </a:tcPr>
                </a:tc>
                <a:tc>
                  <a:txBody>
                    <a:bodyPr/>
                    <a:lstStyle/>
                    <a:p>
                      <a:pPr marL="0" lvl="0" indent="0" algn="l" rtl="0">
                        <a:spcBef>
                          <a:spcPts val="0"/>
                        </a:spcBef>
                        <a:spcAft>
                          <a:spcPts val="0"/>
                        </a:spcAft>
                        <a:buNone/>
                      </a:pPr>
                      <a:endParaRPr sz="1100"/>
                    </a:p>
                  </a:txBody>
                  <a:tcPr marL="91425" marR="91425" marT="91425" marB="91425">
                    <a:lnL w="9525" cap="flat" cmpd="sng">
                      <a:solidFill>
                        <a:srgbClr val="B7B7B7"/>
                      </a:solidFill>
                      <a:prstDash val="solid"/>
                      <a:round/>
                      <a:headEnd type="none" w="sm" len="sm"/>
                      <a:tailEnd type="none" w="sm" len="sm"/>
                    </a:lnL>
                    <a:lnB w="9525" cap="flat" cmpd="sng">
                      <a:solidFill>
                        <a:srgbClr val="9E9E9E"/>
                      </a:solidFill>
                      <a:prstDash val="solid"/>
                      <a:round/>
                      <a:headEnd type="none" w="sm" len="sm"/>
                      <a:tailEnd type="none" w="sm" len="sm"/>
                    </a:lnB>
                  </a:tcPr>
                </a:tc>
                <a:extLst>
                  <a:ext uri="{0D108BD9-81ED-4DB2-BD59-A6C34878D82A}">
                    <a16:rowId xmlns:a16="http://schemas.microsoft.com/office/drawing/2014/main" val="10004"/>
                  </a:ext>
                </a:extLst>
              </a:tr>
              <a:tr h="381000">
                <a:tc>
                  <a:txBody>
                    <a:bodyPr/>
                    <a:lstStyle/>
                    <a:p>
                      <a:pPr marL="0" lvl="0" indent="0" algn="l" rtl="0">
                        <a:spcBef>
                          <a:spcPts val="0"/>
                        </a:spcBef>
                        <a:spcAft>
                          <a:spcPts val="0"/>
                        </a:spcAft>
                        <a:buNone/>
                      </a:pPr>
                      <a:r>
                        <a:rPr lang="en" sz="1100"/>
                        <a:t>i + 4</a:t>
                      </a:r>
                      <a:endParaRPr sz="1100"/>
                    </a:p>
                  </a:txBody>
                  <a:tcPr marL="91425" marR="91425" marT="91425" marB="91425"/>
                </a:tc>
                <a:tc>
                  <a:txBody>
                    <a:bodyPr/>
                    <a:lstStyle/>
                    <a:p>
                      <a:pPr marL="0" lvl="0" indent="0" algn="l" rtl="0">
                        <a:spcBef>
                          <a:spcPts val="0"/>
                        </a:spcBef>
                        <a:spcAft>
                          <a:spcPts val="0"/>
                        </a:spcAft>
                        <a:buNone/>
                      </a:pPr>
                      <a:endParaRPr sz="1100"/>
                    </a:p>
                  </a:txBody>
                  <a:tcPr marL="91425" marR="91425" marT="91425" marB="91425"/>
                </a:tc>
                <a:tc>
                  <a:txBody>
                    <a:bodyPr/>
                    <a:lstStyle/>
                    <a:p>
                      <a:pPr marL="0" lvl="0" indent="0" algn="l" rtl="0">
                        <a:spcBef>
                          <a:spcPts val="0"/>
                        </a:spcBef>
                        <a:spcAft>
                          <a:spcPts val="0"/>
                        </a:spcAft>
                        <a:buNone/>
                      </a:pPr>
                      <a:endParaRPr sz="1100"/>
                    </a:p>
                  </a:txBody>
                  <a:tcPr marL="91425" marR="91425" marT="91425" marB="91425"/>
                </a:tc>
                <a:tc>
                  <a:txBody>
                    <a:bodyPr/>
                    <a:lstStyle/>
                    <a:p>
                      <a:pPr marL="0" lvl="0" indent="0" algn="l" rtl="0">
                        <a:spcBef>
                          <a:spcPts val="0"/>
                        </a:spcBef>
                        <a:spcAft>
                          <a:spcPts val="0"/>
                        </a:spcAft>
                        <a:buNone/>
                      </a:pPr>
                      <a:endParaRPr sz="1100"/>
                    </a:p>
                  </a:txBody>
                  <a:tcPr marL="91425" marR="91425" marT="91425" marB="91425"/>
                </a:tc>
                <a:tc>
                  <a:txBody>
                    <a:bodyPr/>
                    <a:lstStyle/>
                    <a:p>
                      <a:pPr marL="0" lvl="0" indent="0" algn="l" rtl="0">
                        <a:spcBef>
                          <a:spcPts val="0"/>
                        </a:spcBef>
                        <a:spcAft>
                          <a:spcPts val="0"/>
                        </a:spcAft>
                        <a:buNone/>
                      </a:pPr>
                      <a:endParaRPr sz="1100"/>
                    </a:p>
                  </a:txBody>
                  <a:tcPr marL="91425" marR="91425" marT="91425" marB="91425">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tcPr>
                </a:tc>
                <a:tc>
                  <a:txBody>
                    <a:bodyPr/>
                    <a:lstStyle/>
                    <a:p>
                      <a:pPr marL="0" lvl="0" indent="0" algn="l" rtl="0">
                        <a:spcBef>
                          <a:spcPts val="0"/>
                        </a:spcBef>
                        <a:spcAft>
                          <a:spcPts val="0"/>
                        </a:spcAft>
                        <a:buNone/>
                      </a:pPr>
                      <a:r>
                        <a:rPr lang="en" sz="1100"/>
                        <a:t>IF</a:t>
                      </a:r>
                      <a:endParaRPr sz="1100"/>
                    </a:p>
                  </a:txBody>
                  <a:tcPr marL="91425" marR="91425" marT="91425" marB="91425">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tc>
                  <a:txBody>
                    <a:bodyPr/>
                    <a:lstStyle/>
                    <a:p>
                      <a:pPr marL="0" lvl="0" indent="0" algn="l" rtl="0">
                        <a:spcBef>
                          <a:spcPts val="0"/>
                        </a:spcBef>
                        <a:spcAft>
                          <a:spcPts val="0"/>
                        </a:spcAft>
                        <a:buNone/>
                      </a:pPr>
                      <a:r>
                        <a:rPr lang="en" sz="1100"/>
                        <a:t>ID</a:t>
                      </a:r>
                      <a:endParaRPr sz="1100"/>
                    </a:p>
                  </a:txBody>
                  <a:tcPr marL="91425" marR="91425" marT="91425" marB="91425">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tc>
                  <a:txBody>
                    <a:bodyPr/>
                    <a:lstStyle/>
                    <a:p>
                      <a:pPr marL="0" lvl="0" indent="0" algn="l" rtl="0">
                        <a:spcBef>
                          <a:spcPts val="0"/>
                        </a:spcBef>
                        <a:spcAft>
                          <a:spcPts val="0"/>
                        </a:spcAft>
                        <a:buNone/>
                      </a:pPr>
                      <a:r>
                        <a:rPr lang="en" sz="1100"/>
                        <a:t>EX</a:t>
                      </a:r>
                      <a:endParaRPr sz="1100"/>
                    </a:p>
                  </a:txBody>
                  <a:tcPr marL="91425" marR="91425" marT="91425" marB="91425">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tc>
                  <a:txBody>
                    <a:bodyPr/>
                    <a:lstStyle/>
                    <a:p>
                      <a:pPr marL="0" lvl="0" indent="0" algn="l" rtl="0">
                        <a:spcBef>
                          <a:spcPts val="0"/>
                        </a:spcBef>
                        <a:spcAft>
                          <a:spcPts val="0"/>
                        </a:spcAft>
                        <a:buNone/>
                      </a:pPr>
                      <a:r>
                        <a:rPr lang="en" sz="1100"/>
                        <a:t>MEM</a:t>
                      </a:r>
                      <a:endParaRPr sz="1100"/>
                    </a:p>
                  </a:txBody>
                  <a:tcPr marL="91425" marR="91425" marT="91425" marB="91425">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B7B7B7"/>
                      </a:solidFill>
                      <a:prstDash val="solid"/>
                      <a:round/>
                      <a:headEnd type="none" w="sm" len="sm"/>
                      <a:tailEnd type="none" w="sm" len="sm"/>
                    </a:lnT>
                    <a:lnB w="9525" cap="flat" cmpd="sng">
                      <a:solidFill>
                        <a:srgbClr val="9E9E9E"/>
                      </a:solidFill>
                      <a:prstDash val="solid"/>
                      <a:round/>
                      <a:headEnd type="none" w="sm" len="sm"/>
                      <a:tailEnd type="none" w="sm" len="sm"/>
                    </a:lnB>
                  </a:tcPr>
                </a:tc>
                <a:tc>
                  <a:txBody>
                    <a:bodyPr/>
                    <a:lstStyle/>
                    <a:p>
                      <a:pPr marL="0" lvl="0" indent="0" algn="l" rtl="0">
                        <a:spcBef>
                          <a:spcPts val="0"/>
                        </a:spcBef>
                        <a:spcAft>
                          <a:spcPts val="0"/>
                        </a:spcAft>
                        <a:buNone/>
                      </a:pPr>
                      <a:r>
                        <a:rPr lang="en" sz="1100"/>
                        <a:t>WB</a:t>
                      </a:r>
                      <a:endParaRPr sz="1100"/>
                    </a:p>
                  </a:txBody>
                  <a:tcPr marL="91425" marR="91425" marT="91425" marB="91425">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solidFill>
                      <a:srgbClr val="B7B7B7"/>
                    </a:solidFill>
                  </a:tcPr>
                </a:tc>
                <a:extLst>
                  <a:ext uri="{0D108BD9-81ED-4DB2-BD59-A6C34878D82A}">
                    <a16:rowId xmlns:a16="http://schemas.microsoft.com/office/drawing/2014/main" val="10005"/>
                  </a:ext>
                </a:extLst>
              </a:tr>
            </a:tbl>
          </a:graphicData>
        </a:graphic>
      </p:graphicFrame>
      <p:sp>
        <p:nvSpPr>
          <p:cNvPr id="132" name="Google Shape;132;p24"/>
          <p:cNvSpPr txBox="1"/>
          <p:nvPr/>
        </p:nvSpPr>
        <p:spPr>
          <a:xfrm>
            <a:off x="962250" y="4042800"/>
            <a:ext cx="1301400" cy="8313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
                <a:solidFill>
                  <a:schemeClr val="dk1"/>
                </a:solidFill>
              </a:rPr>
              <a:t>add </a:t>
            </a:r>
            <a:r>
              <a:rPr lang="en">
                <a:solidFill>
                  <a:srgbClr val="FF0000"/>
                </a:solidFill>
              </a:rPr>
              <a:t>r1</a:t>
            </a:r>
            <a:r>
              <a:rPr lang="en">
                <a:solidFill>
                  <a:schemeClr val="dk1"/>
                </a:solidFill>
              </a:rPr>
              <a:t>, r2, r3</a:t>
            </a:r>
            <a:endParaRPr>
              <a:solidFill>
                <a:schemeClr val="dk1"/>
              </a:solidFill>
            </a:endParaRPr>
          </a:p>
          <a:p>
            <a:pPr marL="0" lvl="0" indent="0" algn="ctr" rtl="0">
              <a:spcBef>
                <a:spcPts val="0"/>
              </a:spcBef>
              <a:spcAft>
                <a:spcPts val="0"/>
              </a:spcAft>
              <a:buNone/>
            </a:pPr>
            <a:r>
              <a:rPr lang="en">
                <a:solidFill>
                  <a:schemeClr val="dk1"/>
                </a:solidFill>
              </a:rPr>
              <a:t>sub r4, </a:t>
            </a:r>
            <a:r>
              <a:rPr lang="en">
                <a:solidFill>
                  <a:srgbClr val="FF0000"/>
                </a:solidFill>
              </a:rPr>
              <a:t>r1</a:t>
            </a:r>
            <a:r>
              <a:rPr lang="en">
                <a:solidFill>
                  <a:schemeClr val="dk1"/>
                </a:solidFill>
              </a:rPr>
              <a:t>, r3</a:t>
            </a:r>
            <a:endParaRPr>
              <a:solidFill>
                <a:schemeClr val="dk1"/>
              </a:solidFill>
            </a:endParaRPr>
          </a:p>
          <a:p>
            <a:pPr marL="0" lvl="0" indent="0" algn="ctr" rtl="0">
              <a:spcBef>
                <a:spcPts val="0"/>
              </a:spcBef>
              <a:spcAft>
                <a:spcPts val="0"/>
              </a:spcAft>
              <a:buNone/>
            </a:pPr>
            <a:r>
              <a:rPr lang="en">
                <a:solidFill>
                  <a:schemeClr val="dk1"/>
                </a:solidFill>
              </a:rPr>
              <a:t>sub r4, </a:t>
            </a:r>
            <a:r>
              <a:rPr lang="en">
                <a:solidFill>
                  <a:srgbClr val="FF0000"/>
                </a:solidFill>
              </a:rPr>
              <a:t>r1</a:t>
            </a:r>
            <a:r>
              <a:rPr lang="en">
                <a:solidFill>
                  <a:schemeClr val="dk1"/>
                </a:solidFill>
              </a:rPr>
              <a:t>, r3</a:t>
            </a:r>
            <a:endParaRPr>
              <a:solidFill>
                <a:schemeClr val="dk1"/>
              </a:solidFill>
            </a:endParaRPr>
          </a:p>
        </p:txBody>
      </p:sp>
      <p:sp>
        <p:nvSpPr>
          <p:cNvPr id="133" name="Google Shape;133;p24"/>
          <p:cNvSpPr txBox="1"/>
          <p:nvPr/>
        </p:nvSpPr>
        <p:spPr>
          <a:xfrm>
            <a:off x="2796850" y="4042800"/>
            <a:ext cx="1301400" cy="8313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
                <a:solidFill>
                  <a:schemeClr val="dk1"/>
                </a:solidFill>
              </a:rPr>
              <a:t>add r1, r2, </a:t>
            </a:r>
            <a:r>
              <a:rPr lang="en">
                <a:solidFill>
                  <a:srgbClr val="FF0000"/>
                </a:solidFill>
              </a:rPr>
              <a:t>r3</a:t>
            </a:r>
            <a:endParaRPr>
              <a:solidFill>
                <a:srgbClr val="FF0000"/>
              </a:solidFill>
            </a:endParaRPr>
          </a:p>
          <a:p>
            <a:pPr marL="0" lvl="0" indent="0" algn="ctr" rtl="0">
              <a:spcBef>
                <a:spcPts val="0"/>
              </a:spcBef>
              <a:spcAft>
                <a:spcPts val="0"/>
              </a:spcAft>
              <a:buNone/>
            </a:pPr>
            <a:r>
              <a:rPr lang="en">
                <a:solidFill>
                  <a:schemeClr val="dk1"/>
                </a:solidFill>
              </a:rPr>
              <a:t>sub </a:t>
            </a:r>
            <a:r>
              <a:rPr lang="en">
                <a:solidFill>
                  <a:srgbClr val="FF0000"/>
                </a:solidFill>
              </a:rPr>
              <a:t>r3</a:t>
            </a:r>
            <a:r>
              <a:rPr lang="en">
                <a:solidFill>
                  <a:schemeClr val="dk1"/>
                </a:solidFill>
              </a:rPr>
              <a:t>, r1, </a:t>
            </a:r>
            <a:r>
              <a:rPr lang="en">
                <a:solidFill>
                  <a:srgbClr val="FF0000"/>
                </a:solidFill>
              </a:rPr>
              <a:t>r4</a:t>
            </a:r>
            <a:endParaRPr>
              <a:solidFill>
                <a:srgbClr val="FF0000"/>
              </a:solidFill>
            </a:endParaRPr>
          </a:p>
          <a:p>
            <a:pPr marL="0" lvl="0" indent="0" algn="ctr" rtl="0">
              <a:spcBef>
                <a:spcPts val="0"/>
              </a:spcBef>
              <a:spcAft>
                <a:spcPts val="0"/>
              </a:spcAft>
              <a:buNone/>
            </a:pPr>
            <a:r>
              <a:rPr lang="en">
                <a:solidFill>
                  <a:schemeClr val="dk1"/>
                </a:solidFill>
              </a:rPr>
              <a:t>and </a:t>
            </a:r>
            <a:r>
              <a:rPr lang="en">
                <a:solidFill>
                  <a:srgbClr val="FF0000"/>
                </a:solidFill>
              </a:rPr>
              <a:t>r4</a:t>
            </a:r>
            <a:r>
              <a:rPr lang="en">
                <a:solidFill>
                  <a:schemeClr val="dk1"/>
                </a:solidFill>
              </a:rPr>
              <a:t>, r1, r7</a:t>
            </a:r>
            <a:endParaRPr>
              <a:solidFill>
                <a:schemeClr val="dk1"/>
              </a:solidFill>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37"/>
        <p:cNvGrpSpPr/>
        <p:nvPr/>
      </p:nvGrpSpPr>
      <p:grpSpPr>
        <a:xfrm>
          <a:off x="0" y="0"/>
          <a:ext cx="0" cy="0"/>
          <a:chOff x="0" y="0"/>
          <a:chExt cx="0" cy="0"/>
        </a:xfrm>
      </p:grpSpPr>
      <p:sp>
        <p:nvSpPr>
          <p:cNvPr id="138" name="Google Shape;138;p25"/>
          <p:cNvSpPr txBox="1">
            <a:spLocks noGrp="1"/>
          </p:cNvSpPr>
          <p:nvPr>
            <p:ph type="title"/>
          </p:nvPr>
        </p:nvSpPr>
        <p:spPr>
          <a:xfrm>
            <a:off x="311700" y="288911"/>
            <a:ext cx="8520600" cy="1059900"/>
          </a:xfrm>
          <a:prstGeom prst="rect">
            <a:avLst/>
          </a:prstGeom>
        </p:spPr>
        <p:txBody>
          <a:bodyPr spcFirstLastPara="1" wrap="square" lIns="91425" tIns="91425" rIns="91425" bIns="91425" anchor="t" anchorCtr="0">
            <a:normAutofit fontScale="90000"/>
          </a:bodyPr>
          <a:lstStyle/>
          <a:p>
            <a:pPr marL="0" lvl="0" indent="0" algn="l" rtl="0">
              <a:lnSpc>
                <a:spcPct val="115000"/>
              </a:lnSpc>
              <a:spcBef>
                <a:spcPts val="1200"/>
              </a:spcBef>
              <a:spcAft>
                <a:spcPts val="1200"/>
              </a:spcAft>
              <a:buClr>
                <a:schemeClr val="dk1"/>
              </a:buClr>
              <a:buSzPct val="54395"/>
              <a:buFont typeface="Arial"/>
              <a:buNone/>
            </a:pPr>
            <a:r>
              <a:rPr lang="en" sz="1820" dirty="0"/>
              <a:t>(IV) A normal 5 stage in order RISC pipeline without operand forwarding can have RAW and WAR hazards: </a:t>
            </a:r>
            <a:r>
              <a:rPr lang="en" sz="1820" b="1" dirty="0"/>
              <a:t>FALSE</a:t>
            </a:r>
            <a:br>
              <a:rPr lang="en" sz="1820" b="1" dirty="0"/>
            </a:br>
            <a:r>
              <a:rPr lang="en" sz="1820" dirty="0"/>
              <a:t>RAW hazard may occur but WAR cannot occur in in-order execution</a:t>
            </a:r>
            <a:endParaRPr sz="1820" dirty="0"/>
          </a:p>
        </p:txBody>
      </p:sp>
      <p:graphicFrame>
        <p:nvGraphicFramePr>
          <p:cNvPr id="139" name="Google Shape;139;p25"/>
          <p:cNvGraphicFramePr/>
          <p:nvPr/>
        </p:nvGraphicFramePr>
        <p:xfrm>
          <a:off x="952500" y="1504950"/>
          <a:ext cx="7239000" cy="2362170"/>
        </p:xfrm>
        <a:graphic>
          <a:graphicData uri="http://schemas.openxmlformats.org/drawingml/2006/table">
            <a:tbl>
              <a:tblPr>
                <a:noFill/>
                <a:tableStyleId>{DDE15ECB-2B40-4FA0-9F4C-C3E28599D91B}</a:tableStyleId>
              </a:tblPr>
              <a:tblGrid>
                <a:gridCol w="723900">
                  <a:extLst>
                    <a:ext uri="{9D8B030D-6E8A-4147-A177-3AD203B41FA5}">
                      <a16:colId xmlns:a16="http://schemas.microsoft.com/office/drawing/2014/main" val="20000"/>
                    </a:ext>
                  </a:extLst>
                </a:gridCol>
                <a:gridCol w="723900">
                  <a:extLst>
                    <a:ext uri="{9D8B030D-6E8A-4147-A177-3AD203B41FA5}">
                      <a16:colId xmlns:a16="http://schemas.microsoft.com/office/drawing/2014/main" val="20001"/>
                    </a:ext>
                  </a:extLst>
                </a:gridCol>
                <a:gridCol w="723900">
                  <a:extLst>
                    <a:ext uri="{9D8B030D-6E8A-4147-A177-3AD203B41FA5}">
                      <a16:colId xmlns:a16="http://schemas.microsoft.com/office/drawing/2014/main" val="20002"/>
                    </a:ext>
                  </a:extLst>
                </a:gridCol>
                <a:gridCol w="723900">
                  <a:extLst>
                    <a:ext uri="{9D8B030D-6E8A-4147-A177-3AD203B41FA5}">
                      <a16:colId xmlns:a16="http://schemas.microsoft.com/office/drawing/2014/main" val="20003"/>
                    </a:ext>
                  </a:extLst>
                </a:gridCol>
                <a:gridCol w="723900">
                  <a:extLst>
                    <a:ext uri="{9D8B030D-6E8A-4147-A177-3AD203B41FA5}">
                      <a16:colId xmlns:a16="http://schemas.microsoft.com/office/drawing/2014/main" val="20004"/>
                    </a:ext>
                  </a:extLst>
                </a:gridCol>
                <a:gridCol w="723900">
                  <a:extLst>
                    <a:ext uri="{9D8B030D-6E8A-4147-A177-3AD203B41FA5}">
                      <a16:colId xmlns:a16="http://schemas.microsoft.com/office/drawing/2014/main" val="20005"/>
                    </a:ext>
                  </a:extLst>
                </a:gridCol>
                <a:gridCol w="723900">
                  <a:extLst>
                    <a:ext uri="{9D8B030D-6E8A-4147-A177-3AD203B41FA5}">
                      <a16:colId xmlns:a16="http://schemas.microsoft.com/office/drawing/2014/main" val="20006"/>
                    </a:ext>
                  </a:extLst>
                </a:gridCol>
                <a:gridCol w="723900">
                  <a:extLst>
                    <a:ext uri="{9D8B030D-6E8A-4147-A177-3AD203B41FA5}">
                      <a16:colId xmlns:a16="http://schemas.microsoft.com/office/drawing/2014/main" val="20007"/>
                    </a:ext>
                  </a:extLst>
                </a:gridCol>
                <a:gridCol w="723900">
                  <a:extLst>
                    <a:ext uri="{9D8B030D-6E8A-4147-A177-3AD203B41FA5}">
                      <a16:colId xmlns:a16="http://schemas.microsoft.com/office/drawing/2014/main" val="20008"/>
                    </a:ext>
                  </a:extLst>
                </a:gridCol>
                <a:gridCol w="723900">
                  <a:extLst>
                    <a:ext uri="{9D8B030D-6E8A-4147-A177-3AD203B41FA5}">
                      <a16:colId xmlns:a16="http://schemas.microsoft.com/office/drawing/2014/main" val="20009"/>
                    </a:ext>
                  </a:extLst>
                </a:gridCol>
              </a:tblGrid>
              <a:tr h="381000">
                <a:tc>
                  <a:txBody>
                    <a:bodyPr/>
                    <a:lstStyle/>
                    <a:p>
                      <a:pPr marL="0" lvl="0" indent="0" algn="ctr" rtl="0">
                        <a:spcBef>
                          <a:spcPts val="0"/>
                        </a:spcBef>
                        <a:spcAft>
                          <a:spcPts val="0"/>
                        </a:spcAft>
                        <a:buNone/>
                      </a:pPr>
                      <a:r>
                        <a:rPr lang="en" sz="900"/>
                        <a:t>Instruction number</a:t>
                      </a:r>
                      <a:endParaRPr sz="900"/>
                    </a:p>
                  </a:txBody>
                  <a:tcPr marL="91425" marR="91425" marT="91425" marB="91425"/>
                </a:tc>
                <a:tc>
                  <a:txBody>
                    <a:bodyPr/>
                    <a:lstStyle/>
                    <a:p>
                      <a:pPr marL="0" lvl="0" indent="0" algn="l" rtl="0">
                        <a:spcBef>
                          <a:spcPts val="0"/>
                        </a:spcBef>
                        <a:spcAft>
                          <a:spcPts val="0"/>
                        </a:spcAft>
                        <a:buNone/>
                      </a:pPr>
                      <a:r>
                        <a:rPr lang="en" sz="1100"/>
                        <a:t>1</a:t>
                      </a:r>
                      <a:endParaRPr sz="1100"/>
                    </a:p>
                  </a:txBody>
                  <a:tcPr marL="91425" marR="91425" marT="91425" marB="91425"/>
                </a:tc>
                <a:tc>
                  <a:txBody>
                    <a:bodyPr/>
                    <a:lstStyle/>
                    <a:p>
                      <a:pPr marL="0" lvl="0" indent="0" algn="l" rtl="0">
                        <a:spcBef>
                          <a:spcPts val="0"/>
                        </a:spcBef>
                        <a:spcAft>
                          <a:spcPts val="0"/>
                        </a:spcAft>
                        <a:buNone/>
                      </a:pPr>
                      <a:r>
                        <a:rPr lang="en" sz="1100"/>
                        <a:t>2</a:t>
                      </a:r>
                      <a:endParaRPr sz="1100"/>
                    </a:p>
                  </a:txBody>
                  <a:tcPr marL="91425" marR="91425" marT="91425" marB="91425"/>
                </a:tc>
                <a:tc>
                  <a:txBody>
                    <a:bodyPr/>
                    <a:lstStyle/>
                    <a:p>
                      <a:pPr marL="0" lvl="0" indent="0" algn="l" rtl="0">
                        <a:spcBef>
                          <a:spcPts val="0"/>
                        </a:spcBef>
                        <a:spcAft>
                          <a:spcPts val="0"/>
                        </a:spcAft>
                        <a:buNone/>
                      </a:pPr>
                      <a:r>
                        <a:rPr lang="en" sz="1100"/>
                        <a:t>3</a:t>
                      </a:r>
                      <a:endParaRPr sz="1100"/>
                    </a:p>
                  </a:txBody>
                  <a:tcPr marL="91425" marR="91425" marT="91425" marB="91425"/>
                </a:tc>
                <a:tc>
                  <a:txBody>
                    <a:bodyPr/>
                    <a:lstStyle/>
                    <a:p>
                      <a:pPr marL="0" lvl="0" indent="0" algn="l" rtl="0">
                        <a:spcBef>
                          <a:spcPts val="0"/>
                        </a:spcBef>
                        <a:spcAft>
                          <a:spcPts val="0"/>
                        </a:spcAft>
                        <a:buNone/>
                      </a:pPr>
                      <a:r>
                        <a:rPr lang="en" sz="1100"/>
                        <a:t>4</a:t>
                      </a:r>
                      <a:endParaRPr sz="1100"/>
                    </a:p>
                  </a:txBody>
                  <a:tcPr marL="91425" marR="91425" marT="91425" marB="91425"/>
                </a:tc>
                <a:tc>
                  <a:txBody>
                    <a:bodyPr/>
                    <a:lstStyle/>
                    <a:p>
                      <a:pPr marL="0" lvl="0" indent="0" algn="l" rtl="0">
                        <a:spcBef>
                          <a:spcPts val="0"/>
                        </a:spcBef>
                        <a:spcAft>
                          <a:spcPts val="0"/>
                        </a:spcAft>
                        <a:buNone/>
                      </a:pPr>
                      <a:r>
                        <a:rPr lang="en" sz="1100"/>
                        <a:t>5</a:t>
                      </a:r>
                      <a:endParaRPr sz="1100"/>
                    </a:p>
                  </a:txBody>
                  <a:tcPr marL="91425" marR="91425" marT="91425" marB="91425">
                    <a:lnB w="9525" cap="flat" cmpd="sng">
                      <a:solidFill>
                        <a:srgbClr val="B7B7B7"/>
                      </a:solidFill>
                      <a:prstDash val="solid"/>
                      <a:round/>
                      <a:headEnd type="none" w="sm" len="sm"/>
                      <a:tailEnd type="none" w="sm" len="sm"/>
                    </a:lnB>
                  </a:tcPr>
                </a:tc>
                <a:tc>
                  <a:txBody>
                    <a:bodyPr/>
                    <a:lstStyle/>
                    <a:p>
                      <a:pPr marL="0" lvl="0" indent="0" algn="l" rtl="0">
                        <a:spcBef>
                          <a:spcPts val="0"/>
                        </a:spcBef>
                        <a:spcAft>
                          <a:spcPts val="0"/>
                        </a:spcAft>
                        <a:buNone/>
                      </a:pPr>
                      <a:r>
                        <a:rPr lang="en" sz="1100"/>
                        <a:t>6</a:t>
                      </a:r>
                      <a:endParaRPr sz="1100"/>
                    </a:p>
                  </a:txBody>
                  <a:tcPr marL="91425" marR="91425" marT="91425" marB="91425"/>
                </a:tc>
                <a:tc>
                  <a:txBody>
                    <a:bodyPr/>
                    <a:lstStyle/>
                    <a:p>
                      <a:pPr marL="0" lvl="0" indent="0" algn="l" rtl="0">
                        <a:spcBef>
                          <a:spcPts val="0"/>
                        </a:spcBef>
                        <a:spcAft>
                          <a:spcPts val="0"/>
                        </a:spcAft>
                        <a:buNone/>
                      </a:pPr>
                      <a:r>
                        <a:rPr lang="en" sz="1100"/>
                        <a:t>7</a:t>
                      </a:r>
                      <a:endParaRPr sz="1100"/>
                    </a:p>
                  </a:txBody>
                  <a:tcPr marL="91425" marR="91425" marT="91425" marB="91425"/>
                </a:tc>
                <a:tc>
                  <a:txBody>
                    <a:bodyPr/>
                    <a:lstStyle/>
                    <a:p>
                      <a:pPr marL="0" lvl="0" indent="0" algn="l" rtl="0">
                        <a:spcBef>
                          <a:spcPts val="0"/>
                        </a:spcBef>
                        <a:spcAft>
                          <a:spcPts val="0"/>
                        </a:spcAft>
                        <a:buNone/>
                      </a:pPr>
                      <a:r>
                        <a:rPr lang="en" sz="1100"/>
                        <a:t>8</a:t>
                      </a:r>
                      <a:endParaRPr sz="1100"/>
                    </a:p>
                  </a:txBody>
                  <a:tcPr marL="91425" marR="91425" marT="91425" marB="91425"/>
                </a:tc>
                <a:tc>
                  <a:txBody>
                    <a:bodyPr/>
                    <a:lstStyle/>
                    <a:p>
                      <a:pPr marL="0" lvl="0" indent="0" algn="l" rtl="0">
                        <a:spcBef>
                          <a:spcPts val="0"/>
                        </a:spcBef>
                        <a:spcAft>
                          <a:spcPts val="0"/>
                        </a:spcAft>
                        <a:buNone/>
                      </a:pPr>
                      <a:r>
                        <a:rPr lang="en" sz="1100"/>
                        <a:t>9</a:t>
                      </a:r>
                      <a:endParaRPr sz="1100"/>
                    </a:p>
                  </a:txBody>
                  <a:tcPr marL="91425" marR="91425" marT="91425" marB="91425"/>
                </a:tc>
                <a:extLst>
                  <a:ext uri="{0D108BD9-81ED-4DB2-BD59-A6C34878D82A}">
                    <a16:rowId xmlns:a16="http://schemas.microsoft.com/office/drawing/2014/main" val="10000"/>
                  </a:ext>
                </a:extLst>
              </a:tr>
              <a:tr h="381000">
                <a:tc>
                  <a:txBody>
                    <a:bodyPr/>
                    <a:lstStyle/>
                    <a:p>
                      <a:pPr marL="0" lvl="0" indent="0" algn="l" rtl="0">
                        <a:spcBef>
                          <a:spcPts val="0"/>
                        </a:spcBef>
                        <a:spcAft>
                          <a:spcPts val="0"/>
                        </a:spcAft>
                        <a:buNone/>
                      </a:pPr>
                      <a:r>
                        <a:rPr lang="en" sz="1100"/>
                        <a:t>i</a:t>
                      </a:r>
                      <a:endParaRPr sz="1100"/>
                    </a:p>
                  </a:txBody>
                  <a:tcPr marL="91425" marR="91425" marT="91425" marB="91425"/>
                </a:tc>
                <a:tc>
                  <a:txBody>
                    <a:bodyPr/>
                    <a:lstStyle/>
                    <a:p>
                      <a:pPr marL="0" lvl="0" indent="0" algn="l" rtl="0">
                        <a:spcBef>
                          <a:spcPts val="0"/>
                        </a:spcBef>
                        <a:spcAft>
                          <a:spcPts val="0"/>
                        </a:spcAft>
                        <a:buNone/>
                      </a:pPr>
                      <a:r>
                        <a:rPr lang="en" sz="1100"/>
                        <a:t>IF</a:t>
                      </a:r>
                      <a:endParaRPr sz="1100"/>
                    </a:p>
                  </a:txBody>
                  <a:tcPr marL="91425" marR="91425" marT="91425" marB="91425"/>
                </a:tc>
                <a:tc>
                  <a:txBody>
                    <a:bodyPr/>
                    <a:lstStyle/>
                    <a:p>
                      <a:pPr marL="0" lvl="0" indent="0" algn="l" rtl="0">
                        <a:spcBef>
                          <a:spcPts val="0"/>
                        </a:spcBef>
                        <a:spcAft>
                          <a:spcPts val="0"/>
                        </a:spcAft>
                        <a:buNone/>
                      </a:pPr>
                      <a:r>
                        <a:rPr lang="en" sz="1100"/>
                        <a:t>ID</a:t>
                      </a:r>
                      <a:endParaRPr sz="1100"/>
                    </a:p>
                  </a:txBody>
                  <a:tcPr marL="91425" marR="91425" marT="91425" marB="91425">
                    <a:lnB w="9525" cap="flat" cmpd="sng">
                      <a:solidFill>
                        <a:srgbClr val="9E9E9E"/>
                      </a:solidFill>
                      <a:prstDash val="solid"/>
                      <a:round/>
                      <a:headEnd type="none" w="sm" len="sm"/>
                      <a:tailEnd type="none" w="sm" len="sm"/>
                    </a:lnB>
                  </a:tcPr>
                </a:tc>
                <a:tc>
                  <a:txBody>
                    <a:bodyPr/>
                    <a:lstStyle/>
                    <a:p>
                      <a:pPr marL="0" lvl="0" indent="0" algn="l" rtl="0">
                        <a:spcBef>
                          <a:spcPts val="0"/>
                        </a:spcBef>
                        <a:spcAft>
                          <a:spcPts val="0"/>
                        </a:spcAft>
                        <a:buNone/>
                      </a:pPr>
                      <a:r>
                        <a:rPr lang="en" sz="1100"/>
                        <a:t>EX</a:t>
                      </a:r>
                      <a:endParaRPr sz="1100"/>
                    </a:p>
                  </a:txBody>
                  <a:tcPr marL="91425" marR="91425" marT="91425" marB="91425">
                    <a:lnB w="9525" cap="flat" cmpd="sng">
                      <a:solidFill>
                        <a:srgbClr val="9E9E9E"/>
                      </a:solidFill>
                      <a:prstDash val="solid"/>
                      <a:round/>
                      <a:headEnd type="none" w="sm" len="sm"/>
                      <a:tailEnd type="none" w="sm" len="sm"/>
                    </a:lnB>
                  </a:tcPr>
                </a:tc>
                <a:tc>
                  <a:txBody>
                    <a:bodyPr/>
                    <a:lstStyle/>
                    <a:p>
                      <a:pPr marL="0" lvl="0" indent="0" algn="l" rtl="0">
                        <a:spcBef>
                          <a:spcPts val="0"/>
                        </a:spcBef>
                        <a:spcAft>
                          <a:spcPts val="0"/>
                        </a:spcAft>
                        <a:buNone/>
                      </a:pPr>
                      <a:r>
                        <a:rPr lang="en" sz="1100"/>
                        <a:t>MEM</a:t>
                      </a:r>
                      <a:endParaRPr sz="1100"/>
                    </a:p>
                  </a:txBody>
                  <a:tcPr marL="91425" marR="91425" marT="91425" marB="91425">
                    <a:lnR w="9525" cap="flat" cmpd="sng">
                      <a:solidFill>
                        <a:srgbClr val="B7B7B7"/>
                      </a:solidFill>
                      <a:prstDash val="solid"/>
                      <a:round/>
                      <a:headEnd type="none" w="sm" len="sm"/>
                      <a:tailEnd type="none" w="sm" len="sm"/>
                    </a:lnR>
                    <a:lnB w="9525" cap="flat" cmpd="sng">
                      <a:solidFill>
                        <a:srgbClr val="9E9E9E"/>
                      </a:solidFill>
                      <a:prstDash val="solid"/>
                      <a:round/>
                      <a:headEnd type="none" w="sm" len="sm"/>
                      <a:tailEnd type="none" w="sm" len="sm"/>
                    </a:lnB>
                  </a:tcPr>
                </a:tc>
                <a:tc>
                  <a:txBody>
                    <a:bodyPr/>
                    <a:lstStyle/>
                    <a:p>
                      <a:pPr marL="0" lvl="0" indent="0" algn="l" rtl="0">
                        <a:spcBef>
                          <a:spcPts val="0"/>
                        </a:spcBef>
                        <a:spcAft>
                          <a:spcPts val="0"/>
                        </a:spcAft>
                        <a:buNone/>
                      </a:pPr>
                      <a:r>
                        <a:rPr lang="en" sz="1100"/>
                        <a:t>WB</a:t>
                      </a:r>
                      <a:endParaRPr sz="1100"/>
                    </a:p>
                  </a:txBody>
                  <a:tcPr marL="91425" marR="91425" marT="91425" marB="91425">
                    <a:lnL w="9525" cap="flat" cmpd="sng">
                      <a:solidFill>
                        <a:srgbClr val="B7B7B7"/>
                      </a:solidFill>
                      <a:prstDash val="solid"/>
                      <a:round/>
                      <a:headEnd type="none" w="sm" len="sm"/>
                      <a:tailEnd type="none" w="sm" len="sm"/>
                    </a:lnL>
                    <a:lnR w="9525" cap="flat" cmpd="sng">
                      <a:solidFill>
                        <a:srgbClr val="B7B7B7"/>
                      </a:solidFill>
                      <a:prstDash val="solid"/>
                      <a:round/>
                      <a:headEnd type="none" w="sm" len="sm"/>
                      <a:tailEnd type="none" w="sm" len="sm"/>
                    </a:lnR>
                    <a:lnT w="9525" cap="flat" cmpd="sng">
                      <a:solidFill>
                        <a:srgbClr val="B7B7B7"/>
                      </a:solidFill>
                      <a:prstDash val="solid"/>
                      <a:round/>
                      <a:headEnd type="none" w="sm" len="sm"/>
                      <a:tailEnd type="none" w="sm" len="sm"/>
                    </a:lnT>
                    <a:lnB w="9525" cap="flat" cmpd="sng">
                      <a:solidFill>
                        <a:srgbClr val="B7B7B7"/>
                      </a:solidFill>
                      <a:prstDash val="solid"/>
                      <a:round/>
                      <a:headEnd type="none" w="sm" len="sm"/>
                      <a:tailEnd type="none" w="sm" len="sm"/>
                    </a:lnB>
                    <a:solidFill>
                      <a:srgbClr val="B7B7B7"/>
                    </a:solidFill>
                  </a:tcPr>
                </a:tc>
                <a:tc>
                  <a:txBody>
                    <a:bodyPr/>
                    <a:lstStyle/>
                    <a:p>
                      <a:pPr marL="0" lvl="0" indent="0" algn="l" rtl="0">
                        <a:spcBef>
                          <a:spcPts val="0"/>
                        </a:spcBef>
                        <a:spcAft>
                          <a:spcPts val="0"/>
                        </a:spcAft>
                        <a:buNone/>
                      </a:pPr>
                      <a:endParaRPr sz="1100"/>
                    </a:p>
                  </a:txBody>
                  <a:tcPr marL="91425" marR="91425" marT="91425" marB="91425">
                    <a:lnL w="9525" cap="flat" cmpd="sng">
                      <a:solidFill>
                        <a:srgbClr val="B7B7B7"/>
                      </a:solidFill>
                      <a:prstDash val="solid"/>
                      <a:round/>
                      <a:headEnd type="none" w="sm" len="sm"/>
                      <a:tailEnd type="none" w="sm" len="sm"/>
                    </a:lnL>
                    <a:lnB w="9525" cap="flat" cmpd="sng">
                      <a:solidFill>
                        <a:srgbClr val="9E9E9E"/>
                      </a:solidFill>
                      <a:prstDash val="solid"/>
                      <a:round/>
                      <a:headEnd type="none" w="sm" len="sm"/>
                      <a:tailEnd type="none" w="sm" len="sm"/>
                    </a:lnB>
                  </a:tcPr>
                </a:tc>
                <a:tc>
                  <a:txBody>
                    <a:bodyPr/>
                    <a:lstStyle/>
                    <a:p>
                      <a:pPr marL="0" lvl="0" indent="0" algn="l" rtl="0">
                        <a:spcBef>
                          <a:spcPts val="0"/>
                        </a:spcBef>
                        <a:spcAft>
                          <a:spcPts val="0"/>
                        </a:spcAft>
                        <a:buNone/>
                      </a:pPr>
                      <a:endParaRPr sz="1100"/>
                    </a:p>
                  </a:txBody>
                  <a:tcPr marL="91425" marR="91425" marT="91425" marB="91425"/>
                </a:tc>
                <a:tc>
                  <a:txBody>
                    <a:bodyPr/>
                    <a:lstStyle/>
                    <a:p>
                      <a:pPr marL="0" lvl="0" indent="0" algn="l" rtl="0">
                        <a:spcBef>
                          <a:spcPts val="0"/>
                        </a:spcBef>
                        <a:spcAft>
                          <a:spcPts val="0"/>
                        </a:spcAft>
                        <a:buNone/>
                      </a:pPr>
                      <a:endParaRPr sz="1100"/>
                    </a:p>
                  </a:txBody>
                  <a:tcPr marL="91425" marR="91425" marT="91425" marB="91425"/>
                </a:tc>
                <a:tc>
                  <a:txBody>
                    <a:bodyPr/>
                    <a:lstStyle/>
                    <a:p>
                      <a:pPr marL="0" lvl="0" indent="0" algn="l" rtl="0">
                        <a:spcBef>
                          <a:spcPts val="0"/>
                        </a:spcBef>
                        <a:spcAft>
                          <a:spcPts val="0"/>
                        </a:spcAft>
                        <a:buNone/>
                      </a:pPr>
                      <a:endParaRPr sz="1100"/>
                    </a:p>
                  </a:txBody>
                  <a:tcPr marL="91425" marR="91425" marT="91425" marB="91425"/>
                </a:tc>
                <a:extLst>
                  <a:ext uri="{0D108BD9-81ED-4DB2-BD59-A6C34878D82A}">
                    <a16:rowId xmlns:a16="http://schemas.microsoft.com/office/drawing/2014/main" val="10001"/>
                  </a:ext>
                </a:extLst>
              </a:tr>
              <a:tr h="381000">
                <a:tc>
                  <a:txBody>
                    <a:bodyPr/>
                    <a:lstStyle/>
                    <a:p>
                      <a:pPr marL="0" lvl="0" indent="0" algn="l" rtl="0">
                        <a:spcBef>
                          <a:spcPts val="0"/>
                        </a:spcBef>
                        <a:spcAft>
                          <a:spcPts val="0"/>
                        </a:spcAft>
                        <a:buNone/>
                      </a:pPr>
                      <a:r>
                        <a:rPr lang="en" sz="1100"/>
                        <a:t>i + 1</a:t>
                      </a:r>
                      <a:endParaRPr sz="1100"/>
                    </a:p>
                  </a:txBody>
                  <a:tcPr marL="91425" marR="91425" marT="91425" marB="91425"/>
                </a:tc>
                <a:tc>
                  <a:txBody>
                    <a:bodyPr/>
                    <a:lstStyle/>
                    <a:p>
                      <a:pPr marL="0" lvl="0" indent="0" algn="l" rtl="0">
                        <a:spcBef>
                          <a:spcPts val="0"/>
                        </a:spcBef>
                        <a:spcAft>
                          <a:spcPts val="0"/>
                        </a:spcAft>
                        <a:buNone/>
                      </a:pPr>
                      <a:endParaRPr sz="1100"/>
                    </a:p>
                  </a:txBody>
                  <a:tcPr marL="91425" marR="91425" marT="91425" marB="91425">
                    <a:lnR w="9525" cap="flat" cmpd="sng">
                      <a:solidFill>
                        <a:srgbClr val="9E9E9E"/>
                      </a:solidFill>
                      <a:prstDash val="solid"/>
                      <a:round/>
                      <a:headEnd type="none" w="sm" len="sm"/>
                      <a:tailEnd type="none" w="sm" len="sm"/>
                    </a:lnR>
                  </a:tcPr>
                </a:tc>
                <a:tc>
                  <a:txBody>
                    <a:bodyPr/>
                    <a:lstStyle/>
                    <a:p>
                      <a:pPr marL="0" lvl="0" indent="0" algn="l" rtl="0">
                        <a:spcBef>
                          <a:spcPts val="0"/>
                        </a:spcBef>
                        <a:spcAft>
                          <a:spcPts val="0"/>
                        </a:spcAft>
                        <a:buNone/>
                      </a:pPr>
                      <a:r>
                        <a:rPr lang="en" sz="1100"/>
                        <a:t>IF</a:t>
                      </a:r>
                      <a:endParaRPr sz="1100"/>
                    </a:p>
                  </a:txBody>
                  <a:tcPr marL="91425" marR="91425" marT="91425" marB="91425">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tc>
                  <a:txBody>
                    <a:bodyPr/>
                    <a:lstStyle/>
                    <a:p>
                      <a:pPr marL="0" lvl="0" indent="0" algn="l" rtl="0">
                        <a:spcBef>
                          <a:spcPts val="0"/>
                        </a:spcBef>
                        <a:spcAft>
                          <a:spcPts val="0"/>
                        </a:spcAft>
                        <a:buNone/>
                      </a:pPr>
                      <a:r>
                        <a:rPr lang="en" sz="1100"/>
                        <a:t>ID</a:t>
                      </a:r>
                      <a:endParaRPr sz="1100"/>
                    </a:p>
                  </a:txBody>
                  <a:tcPr marL="91425" marR="91425" marT="91425" marB="91425">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tc>
                  <a:txBody>
                    <a:bodyPr/>
                    <a:lstStyle/>
                    <a:p>
                      <a:pPr marL="0" lvl="0" indent="0" algn="l" rtl="0">
                        <a:spcBef>
                          <a:spcPts val="0"/>
                        </a:spcBef>
                        <a:spcAft>
                          <a:spcPts val="0"/>
                        </a:spcAft>
                        <a:buNone/>
                      </a:pPr>
                      <a:r>
                        <a:rPr lang="en" sz="1100"/>
                        <a:t>EX</a:t>
                      </a:r>
                      <a:endParaRPr sz="1100"/>
                    </a:p>
                  </a:txBody>
                  <a:tcPr marL="91425" marR="91425" marT="91425" marB="91425">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tc>
                  <a:txBody>
                    <a:bodyPr/>
                    <a:lstStyle/>
                    <a:p>
                      <a:pPr marL="0" lvl="0" indent="0" algn="l" rtl="0">
                        <a:spcBef>
                          <a:spcPts val="0"/>
                        </a:spcBef>
                        <a:spcAft>
                          <a:spcPts val="0"/>
                        </a:spcAft>
                        <a:buNone/>
                      </a:pPr>
                      <a:r>
                        <a:rPr lang="en" sz="1100"/>
                        <a:t>MEM</a:t>
                      </a:r>
                      <a:endParaRPr sz="1100"/>
                    </a:p>
                  </a:txBody>
                  <a:tcPr marL="91425" marR="91425" marT="91425" marB="91425">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B7B7B7"/>
                      </a:solidFill>
                      <a:prstDash val="solid"/>
                      <a:round/>
                      <a:headEnd type="none" w="sm" len="sm"/>
                      <a:tailEnd type="none" w="sm" len="sm"/>
                    </a:lnT>
                    <a:lnB w="9525" cap="flat" cmpd="sng">
                      <a:solidFill>
                        <a:srgbClr val="9E9E9E"/>
                      </a:solidFill>
                      <a:prstDash val="solid"/>
                      <a:round/>
                      <a:headEnd type="none" w="sm" len="sm"/>
                      <a:tailEnd type="none" w="sm" len="sm"/>
                    </a:lnB>
                  </a:tcPr>
                </a:tc>
                <a:tc>
                  <a:txBody>
                    <a:bodyPr/>
                    <a:lstStyle/>
                    <a:p>
                      <a:pPr marL="0" lvl="0" indent="0" algn="l" rtl="0">
                        <a:spcBef>
                          <a:spcPts val="0"/>
                        </a:spcBef>
                        <a:spcAft>
                          <a:spcPts val="0"/>
                        </a:spcAft>
                        <a:buNone/>
                      </a:pPr>
                      <a:r>
                        <a:rPr lang="en" sz="1100"/>
                        <a:t>WB</a:t>
                      </a:r>
                      <a:endParaRPr sz="1100"/>
                    </a:p>
                  </a:txBody>
                  <a:tcPr marL="91425" marR="91425" marT="91425" marB="91425">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solidFill>
                      <a:srgbClr val="B7B7B7"/>
                    </a:solidFill>
                  </a:tcPr>
                </a:tc>
                <a:tc>
                  <a:txBody>
                    <a:bodyPr/>
                    <a:lstStyle/>
                    <a:p>
                      <a:pPr marL="0" lvl="0" indent="0" algn="l" rtl="0">
                        <a:spcBef>
                          <a:spcPts val="0"/>
                        </a:spcBef>
                        <a:spcAft>
                          <a:spcPts val="0"/>
                        </a:spcAft>
                        <a:buNone/>
                      </a:pPr>
                      <a:endParaRPr sz="1100"/>
                    </a:p>
                  </a:txBody>
                  <a:tcPr marL="91425" marR="91425" marT="91425" marB="91425">
                    <a:lnL w="9525" cap="flat" cmpd="sng">
                      <a:solidFill>
                        <a:srgbClr val="9E9E9E"/>
                      </a:solidFill>
                      <a:prstDash val="solid"/>
                      <a:round/>
                      <a:headEnd type="none" w="sm" len="sm"/>
                      <a:tailEnd type="none" w="sm" len="sm"/>
                    </a:lnL>
                    <a:lnB w="9525" cap="flat" cmpd="sng">
                      <a:solidFill>
                        <a:srgbClr val="B7B7B7"/>
                      </a:solidFill>
                      <a:prstDash val="solid"/>
                      <a:round/>
                      <a:headEnd type="none" w="sm" len="sm"/>
                      <a:tailEnd type="none" w="sm" len="sm"/>
                    </a:lnB>
                  </a:tcPr>
                </a:tc>
                <a:tc>
                  <a:txBody>
                    <a:bodyPr/>
                    <a:lstStyle/>
                    <a:p>
                      <a:pPr marL="0" lvl="0" indent="0" algn="l" rtl="0">
                        <a:spcBef>
                          <a:spcPts val="0"/>
                        </a:spcBef>
                        <a:spcAft>
                          <a:spcPts val="0"/>
                        </a:spcAft>
                        <a:buNone/>
                      </a:pPr>
                      <a:endParaRPr sz="1100"/>
                    </a:p>
                  </a:txBody>
                  <a:tcPr marL="91425" marR="91425" marT="91425" marB="91425"/>
                </a:tc>
                <a:tc>
                  <a:txBody>
                    <a:bodyPr/>
                    <a:lstStyle/>
                    <a:p>
                      <a:pPr marL="0" lvl="0" indent="0" algn="l" rtl="0">
                        <a:spcBef>
                          <a:spcPts val="0"/>
                        </a:spcBef>
                        <a:spcAft>
                          <a:spcPts val="0"/>
                        </a:spcAft>
                        <a:buNone/>
                      </a:pPr>
                      <a:endParaRPr sz="1100"/>
                    </a:p>
                  </a:txBody>
                  <a:tcPr marL="91425" marR="91425" marT="91425" marB="91425"/>
                </a:tc>
                <a:extLst>
                  <a:ext uri="{0D108BD9-81ED-4DB2-BD59-A6C34878D82A}">
                    <a16:rowId xmlns:a16="http://schemas.microsoft.com/office/drawing/2014/main" val="10002"/>
                  </a:ext>
                </a:extLst>
              </a:tr>
              <a:tr h="381000">
                <a:tc>
                  <a:txBody>
                    <a:bodyPr/>
                    <a:lstStyle/>
                    <a:p>
                      <a:pPr marL="0" lvl="0" indent="0" algn="l" rtl="0">
                        <a:spcBef>
                          <a:spcPts val="0"/>
                        </a:spcBef>
                        <a:spcAft>
                          <a:spcPts val="0"/>
                        </a:spcAft>
                        <a:buNone/>
                      </a:pPr>
                      <a:r>
                        <a:rPr lang="en" sz="1100"/>
                        <a:t>i + 2</a:t>
                      </a:r>
                      <a:endParaRPr sz="1100"/>
                    </a:p>
                  </a:txBody>
                  <a:tcPr marL="91425" marR="91425" marT="91425" marB="91425"/>
                </a:tc>
                <a:tc>
                  <a:txBody>
                    <a:bodyPr/>
                    <a:lstStyle/>
                    <a:p>
                      <a:pPr marL="0" lvl="0" indent="0" algn="l" rtl="0">
                        <a:spcBef>
                          <a:spcPts val="0"/>
                        </a:spcBef>
                        <a:spcAft>
                          <a:spcPts val="0"/>
                        </a:spcAft>
                        <a:buNone/>
                      </a:pPr>
                      <a:endParaRPr sz="1100"/>
                    </a:p>
                  </a:txBody>
                  <a:tcPr marL="91425" marR="91425" marT="91425" marB="91425"/>
                </a:tc>
                <a:tc>
                  <a:txBody>
                    <a:bodyPr/>
                    <a:lstStyle/>
                    <a:p>
                      <a:pPr marL="0" lvl="0" indent="0" algn="l" rtl="0">
                        <a:spcBef>
                          <a:spcPts val="0"/>
                        </a:spcBef>
                        <a:spcAft>
                          <a:spcPts val="0"/>
                        </a:spcAft>
                        <a:buNone/>
                      </a:pPr>
                      <a:endParaRPr sz="1100"/>
                    </a:p>
                  </a:txBody>
                  <a:tcPr marL="91425" marR="91425" marT="91425" marB="91425">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tcPr>
                </a:tc>
                <a:tc>
                  <a:txBody>
                    <a:bodyPr/>
                    <a:lstStyle/>
                    <a:p>
                      <a:pPr marL="0" lvl="0" indent="0" algn="l" rtl="0">
                        <a:spcBef>
                          <a:spcPts val="0"/>
                        </a:spcBef>
                        <a:spcAft>
                          <a:spcPts val="0"/>
                        </a:spcAft>
                        <a:buNone/>
                      </a:pPr>
                      <a:r>
                        <a:rPr lang="en" sz="1100"/>
                        <a:t>IF</a:t>
                      </a:r>
                      <a:endParaRPr sz="1100"/>
                    </a:p>
                  </a:txBody>
                  <a:tcPr marL="91425" marR="91425" marT="91425" marB="91425">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tc>
                  <a:txBody>
                    <a:bodyPr/>
                    <a:lstStyle/>
                    <a:p>
                      <a:pPr marL="0" lvl="0" indent="0" algn="l" rtl="0">
                        <a:spcBef>
                          <a:spcPts val="0"/>
                        </a:spcBef>
                        <a:spcAft>
                          <a:spcPts val="0"/>
                        </a:spcAft>
                        <a:buNone/>
                      </a:pPr>
                      <a:r>
                        <a:rPr lang="en" sz="1100"/>
                        <a:t>ID</a:t>
                      </a:r>
                      <a:endParaRPr sz="1100"/>
                    </a:p>
                  </a:txBody>
                  <a:tcPr marL="91425" marR="91425" marT="91425" marB="91425">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tc>
                  <a:txBody>
                    <a:bodyPr/>
                    <a:lstStyle/>
                    <a:p>
                      <a:pPr marL="0" lvl="0" indent="0" algn="l" rtl="0">
                        <a:spcBef>
                          <a:spcPts val="0"/>
                        </a:spcBef>
                        <a:spcAft>
                          <a:spcPts val="0"/>
                        </a:spcAft>
                        <a:buNone/>
                      </a:pPr>
                      <a:r>
                        <a:rPr lang="en" sz="1100"/>
                        <a:t>EX</a:t>
                      </a:r>
                      <a:endParaRPr sz="1100"/>
                    </a:p>
                  </a:txBody>
                  <a:tcPr marL="91425" marR="91425" marT="91425" marB="91425">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tc>
                  <a:txBody>
                    <a:bodyPr/>
                    <a:lstStyle/>
                    <a:p>
                      <a:pPr marL="0" lvl="0" indent="0" algn="l" rtl="0">
                        <a:spcBef>
                          <a:spcPts val="0"/>
                        </a:spcBef>
                        <a:spcAft>
                          <a:spcPts val="0"/>
                        </a:spcAft>
                        <a:buNone/>
                      </a:pPr>
                      <a:r>
                        <a:rPr lang="en" sz="1100"/>
                        <a:t>MEM</a:t>
                      </a:r>
                      <a:endParaRPr sz="1100"/>
                    </a:p>
                  </a:txBody>
                  <a:tcPr marL="91425" marR="91425" marT="91425" marB="91425">
                    <a:lnL w="9525" cap="flat" cmpd="sng">
                      <a:solidFill>
                        <a:srgbClr val="9E9E9E"/>
                      </a:solidFill>
                      <a:prstDash val="solid"/>
                      <a:round/>
                      <a:headEnd type="none" w="sm" len="sm"/>
                      <a:tailEnd type="none" w="sm" len="sm"/>
                    </a:lnL>
                    <a:lnR w="9525" cap="flat" cmpd="sng">
                      <a:solidFill>
                        <a:srgbClr val="B7B7B7"/>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tc>
                  <a:txBody>
                    <a:bodyPr/>
                    <a:lstStyle/>
                    <a:p>
                      <a:pPr marL="0" lvl="0" indent="0" algn="l" rtl="0">
                        <a:spcBef>
                          <a:spcPts val="0"/>
                        </a:spcBef>
                        <a:spcAft>
                          <a:spcPts val="0"/>
                        </a:spcAft>
                        <a:buNone/>
                      </a:pPr>
                      <a:r>
                        <a:rPr lang="en" sz="1100"/>
                        <a:t>WB</a:t>
                      </a:r>
                      <a:endParaRPr sz="1100"/>
                    </a:p>
                  </a:txBody>
                  <a:tcPr marL="91425" marR="91425" marT="91425" marB="91425">
                    <a:lnL w="9525" cap="flat" cmpd="sng">
                      <a:solidFill>
                        <a:srgbClr val="B7B7B7"/>
                      </a:solidFill>
                      <a:prstDash val="solid"/>
                      <a:round/>
                      <a:headEnd type="none" w="sm" len="sm"/>
                      <a:tailEnd type="none" w="sm" len="sm"/>
                    </a:lnL>
                    <a:lnR w="9525" cap="flat" cmpd="sng">
                      <a:solidFill>
                        <a:srgbClr val="B7B7B7"/>
                      </a:solidFill>
                      <a:prstDash val="solid"/>
                      <a:round/>
                      <a:headEnd type="none" w="sm" len="sm"/>
                      <a:tailEnd type="none" w="sm" len="sm"/>
                    </a:lnR>
                    <a:lnT w="9525" cap="flat" cmpd="sng">
                      <a:solidFill>
                        <a:srgbClr val="B7B7B7"/>
                      </a:solidFill>
                      <a:prstDash val="solid"/>
                      <a:round/>
                      <a:headEnd type="none" w="sm" len="sm"/>
                      <a:tailEnd type="none" w="sm" len="sm"/>
                    </a:lnT>
                    <a:lnB w="9525" cap="flat" cmpd="sng">
                      <a:solidFill>
                        <a:srgbClr val="B7B7B7"/>
                      </a:solidFill>
                      <a:prstDash val="solid"/>
                      <a:round/>
                      <a:headEnd type="none" w="sm" len="sm"/>
                      <a:tailEnd type="none" w="sm" len="sm"/>
                    </a:lnB>
                    <a:solidFill>
                      <a:srgbClr val="B7B7B7"/>
                    </a:solidFill>
                  </a:tcPr>
                </a:tc>
                <a:tc>
                  <a:txBody>
                    <a:bodyPr/>
                    <a:lstStyle/>
                    <a:p>
                      <a:pPr marL="0" lvl="0" indent="0" algn="l" rtl="0">
                        <a:spcBef>
                          <a:spcPts val="0"/>
                        </a:spcBef>
                        <a:spcAft>
                          <a:spcPts val="0"/>
                        </a:spcAft>
                        <a:buNone/>
                      </a:pPr>
                      <a:endParaRPr sz="1100"/>
                    </a:p>
                  </a:txBody>
                  <a:tcPr marL="91425" marR="91425" marT="91425" marB="91425">
                    <a:lnL w="9525" cap="flat" cmpd="sng">
                      <a:solidFill>
                        <a:srgbClr val="B7B7B7"/>
                      </a:solidFill>
                      <a:prstDash val="solid"/>
                      <a:round/>
                      <a:headEnd type="none" w="sm" len="sm"/>
                      <a:tailEnd type="none" w="sm" len="sm"/>
                    </a:lnL>
                    <a:lnB w="9525" cap="flat" cmpd="sng">
                      <a:solidFill>
                        <a:srgbClr val="B7B7B7"/>
                      </a:solidFill>
                      <a:prstDash val="solid"/>
                      <a:round/>
                      <a:headEnd type="none" w="sm" len="sm"/>
                      <a:tailEnd type="none" w="sm" len="sm"/>
                    </a:lnB>
                  </a:tcPr>
                </a:tc>
                <a:tc>
                  <a:txBody>
                    <a:bodyPr/>
                    <a:lstStyle/>
                    <a:p>
                      <a:pPr marL="0" lvl="0" indent="0" algn="l" rtl="0">
                        <a:spcBef>
                          <a:spcPts val="0"/>
                        </a:spcBef>
                        <a:spcAft>
                          <a:spcPts val="0"/>
                        </a:spcAft>
                        <a:buNone/>
                      </a:pPr>
                      <a:endParaRPr sz="1100"/>
                    </a:p>
                  </a:txBody>
                  <a:tcPr marL="91425" marR="91425" marT="91425" marB="91425"/>
                </a:tc>
                <a:extLst>
                  <a:ext uri="{0D108BD9-81ED-4DB2-BD59-A6C34878D82A}">
                    <a16:rowId xmlns:a16="http://schemas.microsoft.com/office/drawing/2014/main" val="10003"/>
                  </a:ext>
                </a:extLst>
              </a:tr>
              <a:tr h="381000">
                <a:tc>
                  <a:txBody>
                    <a:bodyPr/>
                    <a:lstStyle/>
                    <a:p>
                      <a:pPr marL="0" lvl="0" indent="0" algn="l" rtl="0">
                        <a:spcBef>
                          <a:spcPts val="0"/>
                        </a:spcBef>
                        <a:spcAft>
                          <a:spcPts val="0"/>
                        </a:spcAft>
                        <a:buNone/>
                      </a:pPr>
                      <a:r>
                        <a:rPr lang="en" sz="1100"/>
                        <a:t>i + 3</a:t>
                      </a:r>
                      <a:endParaRPr sz="1100"/>
                    </a:p>
                  </a:txBody>
                  <a:tcPr marL="91425" marR="91425" marT="91425" marB="91425"/>
                </a:tc>
                <a:tc>
                  <a:txBody>
                    <a:bodyPr/>
                    <a:lstStyle/>
                    <a:p>
                      <a:pPr marL="0" lvl="0" indent="0" algn="l" rtl="0">
                        <a:spcBef>
                          <a:spcPts val="0"/>
                        </a:spcBef>
                        <a:spcAft>
                          <a:spcPts val="0"/>
                        </a:spcAft>
                        <a:buNone/>
                      </a:pPr>
                      <a:endParaRPr sz="1100"/>
                    </a:p>
                  </a:txBody>
                  <a:tcPr marL="91425" marR="91425" marT="91425" marB="91425"/>
                </a:tc>
                <a:tc>
                  <a:txBody>
                    <a:bodyPr/>
                    <a:lstStyle/>
                    <a:p>
                      <a:pPr marL="0" lvl="0" indent="0" algn="l" rtl="0">
                        <a:spcBef>
                          <a:spcPts val="0"/>
                        </a:spcBef>
                        <a:spcAft>
                          <a:spcPts val="0"/>
                        </a:spcAft>
                        <a:buNone/>
                      </a:pPr>
                      <a:endParaRPr sz="1100"/>
                    </a:p>
                  </a:txBody>
                  <a:tcPr marL="91425" marR="91425" marT="91425" marB="91425"/>
                </a:tc>
                <a:tc>
                  <a:txBody>
                    <a:bodyPr/>
                    <a:lstStyle/>
                    <a:p>
                      <a:pPr marL="0" lvl="0" indent="0" algn="l" rtl="0">
                        <a:spcBef>
                          <a:spcPts val="0"/>
                        </a:spcBef>
                        <a:spcAft>
                          <a:spcPts val="0"/>
                        </a:spcAft>
                        <a:buNone/>
                      </a:pPr>
                      <a:endParaRPr sz="1100"/>
                    </a:p>
                  </a:txBody>
                  <a:tcPr marL="91425" marR="91425" marT="91425" marB="91425">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tcPr>
                </a:tc>
                <a:tc>
                  <a:txBody>
                    <a:bodyPr/>
                    <a:lstStyle/>
                    <a:p>
                      <a:pPr marL="0" lvl="0" indent="0" algn="l" rtl="0">
                        <a:spcBef>
                          <a:spcPts val="0"/>
                        </a:spcBef>
                        <a:spcAft>
                          <a:spcPts val="0"/>
                        </a:spcAft>
                        <a:buNone/>
                      </a:pPr>
                      <a:r>
                        <a:rPr lang="en" sz="1100"/>
                        <a:t>IF</a:t>
                      </a:r>
                      <a:endParaRPr sz="1100"/>
                    </a:p>
                  </a:txBody>
                  <a:tcPr marL="91425" marR="91425" marT="91425" marB="91425">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tc>
                  <a:txBody>
                    <a:bodyPr/>
                    <a:lstStyle/>
                    <a:p>
                      <a:pPr marL="0" lvl="0" indent="0" algn="l" rtl="0">
                        <a:spcBef>
                          <a:spcPts val="0"/>
                        </a:spcBef>
                        <a:spcAft>
                          <a:spcPts val="0"/>
                        </a:spcAft>
                        <a:buNone/>
                      </a:pPr>
                      <a:r>
                        <a:rPr lang="en" sz="1100"/>
                        <a:t>ID</a:t>
                      </a:r>
                      <a:endParaRPr sz="1100"/>
                    </a:p>
                  </a:txBody>
                  <a:tcPr marL="91425" marR="91425" marT="91425" marB="91425">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tc>
                  <a:txBody>
                    <a:bodyPr/>
                    <a:lstStyle/>
                    <a:p>
                      <a:pPr marL="0" lvl="0" indent="0" algn="l" rtl="0">
                        <a:spcBef>
                          <a:spcPts val="0"/>
                        </a:spcBef>
                        <a:spcAft>
                          <a:spcPts val="0"/>
                        </a:spcAft>
                        <a:buNone/>
                      </a:pPr>
                      <a:r>
                        <a:rPr lang="en" sz="1100"/>
                        <a:t>EX</a:t>
                      </a:r>
                      <a:endParaRPr sz="1100"/>
                    </a:p>
                  </a:txBody>
                  <a:tcPr marL="91425" marR="91425" marT="91425" marB="91425">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tc>
                  <a:txBody>
                    <a:bodyPr/>
                    <a:lstStyle/>
                    <a:p>
                      <a:pPr marL="0" lvl="0" indent="0" algn="l" rtl="0">
                        <a:spcBef>
                          <a:spcPts val="0"/>
                        </a:spcBef>
                        <a:spcAft>
                          <a:spcPts val="0"/>
                        </a:spcAft>
                        <a:buNone/>
                      </a:pPr>
                      <a:r>
                        <a:rPr lang="en" sz="1100"/>
                        <a:t>MEM</a:t>
                      </a:r>
                      <a:endParaRPr sz="1100"/>
                    </a:p>
                  </a:txBody>
                  <a:tcPr marL="91425" marR="91425" marT="91425" marB="91425">
                    <a:lnL w="9525" cap="flat" cmpd="sng">
                      <a:solidFill>
                        <a:srgbClr val="9E9E9E"/>
                      </a:solidFill>
                      <a:prstDash val="solid"/>
                      <a:round/>
                      <a:headEnd type="none" w="sm" len="sm"/>
                      <a:tailEnd type="none" w="sm" len="sm"/>
                    </a:lnL>
                    <a:lnR w="9525" cap="flat" cmpd="sng">
                      <a:solidFill>
                        <a:srgbClr val="B7B7B7"/>
                      </a:solidFill>
                      <a:prstDash val="solid"/>
                      <a:round/>
                      <a:headEnd type="none" w="sm" len="sm"/>
                      <a:tailEnd type="none" w="sm" len="sm"/>
                    </a:lnR>
                    <a:lnT w="9525" cap="flat" cmpd="sng">
                      <a:solidFill>
                        <a:srgbClr val="B7B7B7"/>
                      </a:solidFill>
                      <a:prstDash val="solid"/>
                      <a:round/>
                      <a:headEnd type="none" w="sm" len="sm"/>
                      <a:tailEnd type="none" w="sm" len="sm"/>
                    </a:lnT>
                    <a:lnB w="9525" cap="flat" cmpd="sng">
                      <a:solidFill>
                        <a:srgbClr val="9E9E9E"/>
                      </a:solidFill>
                      <a:prstDash val="solid"/>
                      <a:round/>
                      <a:headEnd type="none" w="sm" len="sm"/>
                      <a:tailEnd type="none" w="sm" len="sm"/>
                    </a:lnB>
                  </a:tcPr>
                </a:tc>
                <a:tc>
                  <a:txBody>
                    <a:bodyPr/>
                    <a:lstStyle/>
                    <a:p>
                      <a:pPr marL="0" lvl="0" indent="0" algn="l" rtl="0">
                        <a:spcBef>
                          <a:spcPts val="0"/>
                        </a:spcBef>
                        <a:spcAft>
                          <a:spcPts val="0"/>
                        </a:spcAft>
                        <a:buNone/>
                      </a:pPr>
                      <a:r>
                        <a:rPr lang="en" sz="1100"/>
                        <a:t>WB</a:t>
                      </a:r>
                      <a:endParaRPr sz="1100"/>
                    </a:p>
                  </a:txBody>
                  <a:tcPr marL="91425" marR="91425" marT="91425" marB="91425">
                    <a:lnL w="9525" cap="flat" cmpd="sng">
                      <a:solidFill>
                        <a:srgbClr val="B7B7B7"/>
                      </a:solidFill>
                      <a:prstDash val="solid"/>
                      <a:round/>
                      <a:headEnd type="none" w="sm" len="sm"/>
                      <a:tailEnd type="none" w="sm" len="sm"/>
                    </a:lnL>
                    <a:lnR w="9525" cap="flat" cmpd="sng">
                      <a:solidFill>
                        <a:srgbClr val="B7B7B7"/>
                      </a:solidFill>
                      <a:prstDash val="solid"/>
                      <a:round/>
                      <a:headEnd type="none" w="sm" len="sm"/>
                      <a:tailEnd type="none" w="sm" len="sm"/>
                    </a:lnR>
                    <a:lnT w="9525" cap="flat" cmpd="sng">
                      <a:solidFill>
                        <a:srgbClr val="B7B7B7"/>
                      </a:solidFill>
                      <a:prstDash val="solid"/>
                      <a:round/>
                      <a:headEnd type="none" w="sm" len="sm"/>
                      <a:tailEnd type="none" w="sm" len="sm"/>
                    </a:lnT>
                    <a:lnB w="9525" cap="flat" cmpd="sng">
                      <a:solidFill>
                        <a:srgbClr val="B7B7B7"/>
                      </a:solidFill>
                      <a:prstDash val="solid"/>
                      <a:round/>
                      <a:headEnd type="none" w="sm" len="sm"/>
                      <a:tailEnd type="none" w="sm" len="sm"/>
                    </a:lnB>
                    <a:solidFill>
                      <a:srgbClr val="B7B7B7"/>
                    </a:solidFill>
                  </a:tcPr>
                </a:tc>
                <a:tc>
                  <a:txBody>
                    <a:bodyPr/>
                    <a:lstStyle/>
                    <a:p>
                      <a:pPr marL="0" lvl="0" indent="0" algn="l" rtl="0">
                        <a:spcBef>
                          <a:spcPts val="0"/>
                        </a:spcBef>
                        <a:spcAft>
                          <a:spcPts val="0"/>
                        </a:spcAft>
                        <a:buNone/>
                      </a:pPr>
                      <a:endParaRPr sz="1100"/>
                    </a:p>
                  </a:txBody>
                  <a:tcPr marL="91425" marR="91425" marT="91425" marB="91425">
                    <a:lnL w="9525" cap="flat" cmpd="sng">
                      <a:solidFill>
                        <a:srgbClr val="B7B7B7"/>
                      </a:solidFill>
                      <a:prstDash val="solid"/>
                      <a:round/>
                      <a:headEnd type="none" w="sm" len="sm"/>
                      <a:tailEnd type="none" w="sm" len="sm"/>
                    </a:lnL>
                    <a:lnB w="9525" cap="flat" cmpd="sng">
                      <a:solidFill>
                        <a:srgbClr val="9E9E9E"/>
                      </a:solidFill>
                      <a:prstDash val="solid"/>
                      <a:round/>
                      <a:headEnd type="none" w="sm" len="sm"/>
                      <a:tailEnd type="none" w="sm" len="sm"/>
                    </a:lnB>
                  </a:tcPr>
                </a:tc>
                <a:extLst>
                  <a:ext uri="{0D108BD9-81ED-4DB2-BD59-A6C34878D82A}">
                    <a16:rowId xmlns:a16="http://schemas.microsoft.com/office/drawing/2014/main" val="10004"/>
                  </a:ext>
                </a:extLst>
              </a:tr>
              <a:tr h="381000">
                <a:tc>
                  <a:txBody>
                    <a:bodyPr/>
                    <a:lstStyle/>
                    <a:p>
                      <a:pPr marL="0" lvl="0" indent="0" algn="l" rtl="0">
                        <a:spcBef>
                          <a:spcPts val="0"/>
                        </a:spcBef>
                        <a:spcAft>
                          <a:spcPts val="0"/>
                        </a:spcAft>
                        <a:buNone/>
                      </a:pPr>
                      <a:r>
                        <a:rPr lang="en" sz="1100"/>
                        <a:t>i + 4</a:t>
                      </a:r>
                      <a:endParaRPr sz="1100"/>
                    </a:p>
                  </a:txBody>
                  <a:tcPr marL="91425" marR="91425" marT="91425" marB="91425"/>
                </a:tc>
                <a:tc>
                  <a:txBody>
                    <a:bodyPr/>
                    <a:lstStyle/>
                    <a:p>
                      <a:pPr marL="0" lvl="0" indent="0" algn="l" rtl="0">
                        <a:spcBef>
                          <a:spcPts val="0"/>
                        </a:spcBef>
                        <a:spcAft>
                          <a:spcPts val="0"/>
                        </a:spcAft>
                        <a:buNone/>
                      </a:pPr>
                      <a:endParaRPr sz="1100"/>
                    </a:p>
                  </a:txBody>
                  <a:tcPr marL="91425" marR="91425" marT="91425" marB="91425"/>
                </a:tc>
                <a:tc>
                  <a:txBody>
                    <a:bodyPr/>
                    <a:lstStyle/>
                    <a:p>
                      <a:pPr marL="0" lvl="0" indent="0" algn="l" rtl="0">
                        <a:spcBef>
                          <a:spcPts val="0"/>
                        </a:spcBef>
                        <a:spcAft>
                          <a:spcPts val="0"/>
                        </a:spcAft>
                        <a:buNone/>
                      </a:pPr>
                      <a:endParaRPr sz="1100"/>
                    </a:p>
                  </a:txBody>
                  <a:tcPr marL="91425" marR="91425" marT="91425" marB="91425"/>
                </a:tc>
                <a:tc>
                  <a:txBody>
                    <a:bodyPr/>
                    <a:lstStyle/>
                    <a:p>
                      <a:pPr marL="0" lvl="0" indent="0" algn="l" rtl="0">
                        <a:spcBef>
                          <a:spcPts val="0"/>
                        </a:spcBef>
                        <a:spcAft>
                          <a:spcPts val="0"/>
                        </a:spcAft>
                        <a:buNone/>
                      </a:pPr>
                      <a:endParaRPr sz="1100"/>
                    </a:p>
                  </a:txBody>
                  <a:tcPr marL="91425" marR="91425" marT="91425" marB="91425"/>
                </a:tc>
                <a:tc>
                  <a:txBody>
                    <a:bodyPr/>
                    <a:lstStyle/>
                    <a:p>
                      <a:pPr marL="0" lvl="0" indent="0" algn="l" rtl="0">
                        <a:spcBef>
                          <a:spcPts val="0"/>
                        </a:spcBef>
                        <a:spcAft>
                          <a:spcPts val="0"/>
                        </a:spcAft>
                        <a:buNone/>
                      </a:pPr>
                      <a:endParaRPr sz="1100"/>
                    </a:p>
                  </a:txBody>
                  <a:tcPr marL="91425" marR="91425" marT="91425" marB="91425">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tcPr>
                </a:tc>
                <a:tc>
                  <a:txBody>
                    <a:bodyPr/>
                    <a:lstStyle/>
                    <a:p>
                      <a:pPr marL="0" lvl="0" indent="0" algn="l" rtl="0">
                        <a:spcBef>
                          <a:spcPts val="0"/>
                        </a:spcBef>
                        <a:spcAft>
                          <a:spcPts val="0"/>
                        </a:spcAft>
                        <a:buNone/>
                      </a:pPr>
                      <a:r>
                        <a:rPr lang="en" sz="1100"/>
                        <a:t>IF</a:t>
                      </a:r>
                      <a:endParaRPr sz="1100"/>
                    </a:p>
                  </a:txBody>
                  <a:tcPr marL="91425" marR="91425" marT="91425" marB="91425">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tc>
                  <a:txBody>
                    <a:bodyPr/>
                    <a:lstStyle/>
                    <a:p>
                      <a:pPr marL="0" lvl="0" indent="0" algn="l" rtl="0">
                        <a:spcBef>
                          <a:spcPts val="0"/>
                        </a:spcBef>
                        <a:spcAft>
                          <a:spcPts val="0"/>
                        </a:spcAft>
                        <a:buNone/>
                      </a:pPr>
                      <a:r>
                        <a:rPr lang="en" sz="1100"/>
                        <a:t>ID</a:t>
                      </a:r>
                      <a:endParaRPr sz="1100"/>
                    </a:p>
                  </a:txBody>
                  <a:tcPr marL="91425" marR="91425" marT="91425" marB="91425">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tc>
                  <a:txBody>
                    <a:bodyPr/>
                    <a:lstStyle/>
                    <a:p>
                      <a:pPr marL="0" lvl="0" indent="0" algn="l" rtl="0">
                        <a:spcBef>
                          <a:spcPts val="0"/>
                        </a:spcBef>
                        <a:spcAft>
                          <a:spcPts val="0"/>
                        </a:spcAft>
                        <a:buNone/>
                      </a:pPr>
                      <a:r>
                        <a:rPr lang="en" sz="1100"/>
                        <a:t>EX</a:t>
                      </a:r>
                      <a:endParaRPr sz="1100"/>
                    </a:p>
                  </a:txBody>
                  <a:tcPr marL="91425" marR="91425" marT="91425" marB="91425">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tc>
                  <a:txBody>
                    <a:bodyPr/>
                    <a:lstStyle/>
                    <a:p>
                      <a:pPr marL="0" lvl="0" indent="0" algn="l" rtl="0">
                        <a:spcBef>
                          <a:spcPts val="0"/>
                        </a:spcBef>
                        <a:spcAft>
                          <a:spcPts val="0"/>
                        </a:spcAft>
                        <a:buNone/>
                      </a:pPr>
                      <a:r>
                        <a:rPr lang="en" sz="1100"/>
                        <a:t>MEM</a:t>
                      </a:r>
                      <a:endParaRPr sz="1100"/>
                    </a:p>
                  </a:txBody>
                  <a:tcPr marL="91425" marR="91425" marT="91425" marB="91425">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B7B7B7"/>
                      </a:solidFill>
                      <a:prstDash val="solid"/>
                      <a:round/>
                      <a:headEnd type="none" w="sm" len="sm"/>
                      <a:tailEnd type="none" w="sm" len="sm"/>
                    </a:lnT>
                    <a:lnB w="9525" cap="flat" cmpd="sng">
                      <a:solidFill>
                        <a:srgbClr val="9E9E9E"/>
                      </a:solidFill>
                      <a:prstDash val="solid"/>
                      <a:round/>
                      <a:headEnd type="none" w="sm" len="sm"/>
                      <a:tailEnd type="none" w="sm" len="sm"/>
                    </a:lnB>
                  </a:tcPr>
                </a:tc>
                <a:tc>
                  <a:txBody>
                    <a:bodyPr/>
                    <a:lstStyle/>
                    <a:p>
                      <a:pPr marL="0" lvl="0" indent="0" algn="l" rtl="0">
                        <a:spcBef>
                          <a:spcPts val="0"/>
                        </a:spcBef>
                        <a:spcAft>
                          <a:spcPts val="0"/>
                        </a:spcAft>
                        <a:buNone/>
                      </a:pPr>
                      <a:r>
                        <a:rPr lang="en" sz="1100"/>
                        <a:t>WB</a:t>
                      </a:r>
                      <a:endParaRPr sz="1100"/>
                    </a:p>
                  </a:txBody>
                  <a:tcPr marL="91425" marR="91425" marT="91425" marB="91425">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solidFill>
                      <a:srgbClr val="B7B7B7"/>
                    </a:solidFill>
                  </a:tcPr>
                </a:tc>
                <a:extLst>
                  <a:ext uri="{0D108BD9-81ED-4DB2-BD59-A6C34878D82A}">
                    <a16:rowId xmlns:a16="http://schemas.microsoft.com/office/drawing/2014/main" val="10005"/>
                  </a:ext>
                </a:extLst>
              </a:tr>
            </a:tbl>
          </a:graphicData>
        </a:graphic>
      </p:graphicFrame>
      <p:sp>
        <p:nvSpPr>
          <p:cNvPr id="140" name="Google Shape;140;p25"/>
          <p:cNvSpPr txBox="1"/>
          <p:nvPr/>
        </p:nvSpPr>
        <p:spPr>
          <a:xfrm>
            <a:off x="962250" y="4042800"/>
            <a:ext cx="1301400" cy="8313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
                <a:solidFill>
                  <a:schemeClr val="dk1"/>
                </a:solidFill>
              </a:rPr>
              <a:t>add </a:t>
            </a:r>
            <a:r>
              <a:rPr lang="en">
                <a:solidFill>
                  <a:srgbClr val="FF0000"/>
                </a:solidFill>
              </a:rPr>
              <a:t>r1</a:t>
            </a:r>
            <a:r>
              <a:rPr lang="en">
                <a:solidFill>
                  <a:schemeClr val="dk1"/>
                </a:solidFill>
              </a:rPr>
              <a:t>, r2, r3</a:t>
            </a:r>
            <a:endParaRPr>
              <a:solidFill>
                <a:schemeClr val="dk1"/>
              </a:solidFill>
            </a:endParaRPr>
          </a:p>
          <a:p>
            <a:pPr marL="0" lvl="0" indent="0" algn="ctr" rtl="0">
              <a:spcBef>
                <a:spcPts val="0"/>
              </a:spcBef>
              <a:spcAft>
                <a:spcPts val="0"/>
              </a:spcAft>
              <a:buNone/>
            </a:pPr>
            <a:r>
              <a:rPr lang="en">
                <a:solidFill>
                  <a:schemeClr val="dk1"/>
                </a:solidFill>
              </a:rPr>
              <a:t>sub r4, </a:t>
            </a:r>
            <a:r>
              <a:rPr lang="en">
                <a:solidFill>
                  <a:srgbClr val="FF0000"/>
                </a:solidFill>
              </a:rPr>
              <a:t>r1</a:t>
            </a:r>
            <a:r>
              <a:rPr lang="en">
                <a:solidFill>
                  <a:schemeClr val="dk1"/>
                </a:solidFill>
              </a:rPr>
              <a:t>, r3</a:t>
            </a:r>
            <a:endParaRPr>
              <a:solidFill>
                <a:schemeClr val="dk1"/>
              </a:solidFill>
            </a:endParaRPr>
          </a:p>
          <a:p>
            <a:pPr marL="0" lvl="0" indent="0" algn="ctr" rtl="0">
              <a:spcBef>
                <a:spcPts val="0"/>
              </a:spcBef>
              <a:spcAft>
                <a:spcPts val="0"/>
              </a:spcAft>
              <a:buNone/>
            </a:pPr>
            <a:r>
              <a:rPr lang="en">
                <a:solidFill>
                  <a:schemeClr val="dk1"/>
                </a:solidFill>
              </a:rPr>
              <a:t>sub r4, </a:t>
            </a:r>
            <a:r>
              <a:rPr lang="en">
                <a:solidFill>
                  <a:srgbClr val="FF0000"/>
                </a:solidFill>
              </a:rPr>
              <a:t>r1</a:t>
            </a:r>
            <a:r>
              <a:rPr lang="en">
                <a:solidFill>
                  <a:schemeClr val="dk1"/>
                </a:solidFill>
              </a:rPr>
              <a:t>, r3</a:t>
            </a:r>
            <a:endParaRPr>
              <a:solidFill>
                <a:schemeClr val="dk1"/>
              </a:solidFill>
            </a:endParaRPr>
          </a:p>
        </p:txBody>
      </p:sp>
      <p:sp>
        <p:nvSpPr>
          <p:cNvPr id="141" name="Google Shape;141;p25"/>
          <p:cNvSpPr txBox="1"/>
          <p:nvPr/>
        </p:nvSpPr>
        <p:spPr>
          <a:xfrm>
            <a:off x="2796850" y="4042800"/>
            <a:ext cx="1301400" cy="8313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
                <a:solidFill>
                  <a:schemeClr val="dk1"/>
                </a:solidFill>
              </a:rPr>
              <a:t>add r1, r2, </a:t>
            </a:r>
            <a:r>
              <a:rPr lang="en">
                <a:solidFill>
                  <a:srgbClr val="FF0000"/>
                </a:solidFill>
              </a:rPr>
              <a:t>r3</a:t>
            </a:r>
            <a:endParaRPr>
              <a:solidFill>
                <a:srgbClr val="FF0000"/>
              </a:solidFill>
            </a:endParaRPr>
          </a:p>
          <a:p>
            <a:pPr marL="0" lvl="0" indent="0" algn="ctr" rtl="0">
              <a:spcBef>
                <a:spcPts val="0"/>
              </a:spcBef>
              <a:spcAft>
                <a:spcPts val="0"/>
              </a:spcAft>
              <a:buNone/>
            </a:pPr>
            <a:r>
              <a:rPr lang="en">
                <a:solidFill>
                  <a:schemeClr val="dk1"/>
                </a:solidFill>
              </a:rPr>
              <a:t>sub </a:t>
            </a:r>
            <a:r>
              <a:rPr lang="en">
                <a:solidFill>
                  <a:srgbClr val="FF0000"/>
                </a:solidFill>
              </a:rPr>
              <a:t>r3</a:t>
            </a:r>
            <a:r>
              <a:rPr lang="en">
                <a:solidFill>
                  <a:schemeClr val="dk1"/>
                </a:solidFill>
              </a:rPr>
              <a:t>, r1, </a:t>
            </a:r>
            <a:r>
              <a:rPr lang="en">
                <a:solidFill>
                  <a:srgbClr val="FF0000"/>
                </a:solidFill>
              </a:rPr>
              <a:t>r4</a:t>
            </a:r>
            <a:endParaRPr>
              <a:solidFill>
                <a:srgbClr val="FF0000"/>
              </a:solidFill>
            </a:endParaRPr>
          </a:p>
          <a:p>
            <a:pPr marL="0" lvl="0" indent="0" algn="ctr" rtl="0">
              <a:spcBef>
                <a:spcPts val="0"/>
              </a:spcBef>
              <a:spcAft>
                <a:spcPts val="0"/>
              </a:spcAft>
              <a:buNone/>
            </a:pPr>
            <a:r>
              <a:rPr lang="en">
                <a:solidFill>
                  <a:schemeClr val="dk1"/>
                </a:solidFill>
              </a:rPr>
              <a:t>and </a:t>
            </a:r>
            <a:r>
              <a:rPr lang="en">
                <a:solidFill>
                  <a:srgbClr val="FF0000"/>
                </a:solidFill>
              </a:rPr>
              <a:t>r4</a:t>
            </a:r>
            <a:r>
              <a:rPr lang="en">
                <a:solidFill>
                  <a:schemeClr val="dk1"/>
                </a:solidFill>
              </a:rPr>
              <a:t>, r1, r7</a:t>
            </a:r>
            <a:endParaRPr>
              <a:solidFill>
                <a:schemeClr val="dk1"/>
              </a:solidFill>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145"/>
        <p:cNvGrpSpPr/>
        <p:nvPr/>
      </p:nvGrpSpPr>
      <p:grpSpPr>
        <a:xfrm>
          <a:off x="0" y="0"/>
          <a:ext cx="0" cy="0"/>
          <a:chOff x="0" y="0"/>
          <a:chExt cx="0" cy="0"/>
        </a:xfrm>
      </p:grpSpPr>
      <p:sp>
        <p:nvSpPr>
          <p:cNvPr id="146" name="Google Shape;146;p26"/>
          <p:cNvSpPr txBox="1">
            <a:spLocks noGrp="1"/>
          </p:cNvSpPr>
          <p:nvPr>
            <p:ph type="title"/>
          </p:nvPr>
        </p:nvSpPr>
        <p:spPr>
          <a:xfrm>
            <a:off x="311700" y="709200"/>
            <a:ext cx="8520600" cy="3725100"/>
          </a:xfrm>
          <a:prstGeom prst="rect">
            <a:avLst/>
          </a:prstGeom>
        </p:spPr>
        <p:txBody>
          <a:bodyPr spcFirstLastPara="1" wrap="square" lIns="91425" tIns="91425" rIns="91425" bIns="91425" anchor="t" anchorCtr="0">
            <a:noAutofit/>
          </a:bodyPr>
          <a:lstStyle/>
          <a:p>
            <a:pPr marL="457200" lvl="0" indent="-337820" algn="just" rtl="0">
              <a:lnSpc>
                <a:spcPct val="115000"/>
              </a:lnSpc>
              <a:spcBef>
                <a:spcPts val="1200"/>
              </a:spcBef>
              <a:spcAft>
                <a:spcPts val="0"/>
              </a:spcAft>
              <a:buSzPts val="1720"/>
              <a:buAutoNum type="arabicPeriod" startAt="2"/>
            </a:pPr>
            <a:r>
              <a:rPr lang="en" sz="1720" b="1"/>
              <a:t>Which of the following statements is/are TRUE?</a:t>
            </a:r>
            <a:endParaRPr sz="1720" b="1"/>
          </a:p>
          <a:p>
            <a:pPr marL="914400" lvl="1" indent="-337819" algn="just" rtl="0">
              <a:lnSpc>
                <a:spcPct val="115000"/>
              </a:lnSpc>
              <a:spcBef>
                <a:spcPts val="0"/>
              </a:spcBef>
              <a:spcAft>
                <a:spcPts val="0"/>
              </a:spcAft>
              <a:buSzPts val="1720"/>
              <a:buAutoNum type="alphaLcPeriod"/>
            </a:pPr>
            <a:r>
              <a:rPr lang="en" sz="1720" b="1"/>
              <a:t>RAW data hazard could be reduced by operand forwarding.</a:t>
            </a:r>
            <a:endParaRPr sz="1720" b="1"/>
          </a:p>
          <a:p>
            <a:pPr marL="914400" lvl="1" indent="-337819" algn="just" rtl="0">
              <a:lnSpc>
                <a:spcPct val="115000"/>
              </a:lnSpc>
              <a:spcBef>
                <a:spcPts val="0"/>
              </a:spcBef>
              <a:spcAft>
                <a:spcPts val="0"/>
              </a:spcAft>
              <a:buSzPts val="1720"/>
              <a:buAutoNum type="alphaLcPeriod"/>
            </a:pPr>
            <a:r>
              <a:rPr lang="en" sz="1720" b="1"/>
              <a:t>A normal in-order 5 stage MIPS pipeline can achieve an IPC larger than 1.</a:t>
            </a:r>
            <a:endParaRPr sz="1720" b="1"/>
          </a:p>
          <a:p>
            <a:pPr marL="914400" lvl="1" indent="-337819" algn="just" rtl="0">
              <a:lnSpc>
                <a:spcPct val="115000"/>
              </a:lnSpc>
              <a:spcBef>
                <a:spcPts val="0"/>
              </a:spcBef>
              <a:spcAft>
                <a:spcPts val="0"/>
              </a:spcAft>
              <a:buSzPts val="1720"/>
              <a:buAutoNum type="alphaLcPeriod"/>
            </a:pPr>
            <a:r>
              <a:rPr lang="en" sz="1720" b="1"/>
              <a:t>For a MIPS instruction STR R2, 16(R3), some contents stored in its ID/EX pipeline register will bypass the EX unit directly to EX/MEM pipeline register.</a:t>
            </a:r>
            <a:endParaRPr sz="1720" b="1"/>
          </a:p>
          <a:p>
            <a:pPr marL="914400" lvl="1" indent="-337819" algn="just" rtl="0">
              <a:lnSpc>
                <a:spcPct val="115000"/>
              </a:lnSpc>
              <a:spcBef>
                <a:spcPts val="0"/>
              </a:spcBef>
              <a:spcAft>
                <a:spcPts val="0"/>
              </a:spcAft>
              <a:buSzPts val="1720"/>
              <a:buAutoNum type="alphaLcPeriod"/>
            </a:pPr>
            <a:r>
              <a:rPr lang="en" sz="1720" b="1"/>
              <a:t>A normal 5 stage in order RISC pipeline without operand forwarding can have RAW and WAR hazards.</a:t>
            </a:r>
            <a:endParaRPr sz="1720" b="1"/>
          </a:p>
          <a:p>
            <a:pPr marL="0" lvl="0" indent="0" algn="just" rtl="0">
              <a:lnSpc>
                <a:spcPct val="115000"/>
              </a:lnSpc>
              <a:spcBef>
                <a:spcPts val="1200"/>
              </a:spcBef>
              <a:spcAft>
                <a:spcPts val="0"/>
              </a:spcAft>
              <a:buClr>
                <a:schemeClr val="dk1"/>
              </a:buClr>
              <a:buSzPts val="990"/>
              <a:buFont typeface="Arial"/>
              <a:buNone/>
            </a:pPr>
            <a:r>
              <a:rPr lang="en" sz="1720" b="1"/>
              <a:t>(I) a only (II) </a:t>
            </a:r>
            <a:r>
              <a:rPr lang="en" sz="1720" b="1">
                <a:solidFill>
                  <a:srgbClr val="38761D"/>
                </a:solidFill>
              </a:rPr>
              <a:t>a &amp; c only</a:t>
            </a:r>
            <a:r>
              <a:rPr lang="en" sz="1720" b="1"/>
              <a:t> (III) b &amp; d only (IV) c &amp; d only</a:t>
            </a:r>
            <a:endParaRPr sz="1720" b="1"/>
          </a:p>
          <a:p>
            <a:pPr marL="0" lvl="0" indent="0" algn="just" rtl="0">
              <a:spcBef>
                <a:spcPts val="1200"/>
              </a:spcBef>
              <a:spcAft>
                <a:spcPts val="0"/>
              </a:spcAft>
              <a:buSzPts val="990"/>
              <a:buNone/>
            </a:pPr>
            <a:endParaRPr sz="2420" b="1"/>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150"/>
        <p:cNvGrpSpPr/>
        <p:nvPr/>
      </p:nvGrpSpPr>
      <p:grpSpPr>
        <a:xfrm>
          <a:off x="0" y="0"/>
          <a:ext cx="0" cy="0"/>
          <a:chOff x="0" y="0"/>
          <a:chExt cx="0" cy="0"/>
        </a:xfrm>
      </p:grpSpPr>
      <p:sp>
        <p:nvSpPr>
          <p:cNvPr id="151" name="Google Shape;151;p27"/>
          <p:cNvSpPr txBox="1">
            <a:spLocks noGrp="1"/>
          </p:cNvSpPr>
          <p:nvPr>
            <p:ph type="title"/>
          </p:nvPr>
        </p:nvSpPr>
        <p:spPr>
          <a:xfrm>
            <a:off x="348025" y="1157000"/>
            <a:ext cx="8520600" cy="1861200"/>
          </a:xfrm>
          <a:prstGeom prst="rect">
            <a:avLst/>
          </a:prstGeom>
        </p:spPr>
        <p:txBody>
          <a:bodyPr spcFirstLastPara="1" wrap="square" lIns="91425" tIns="91425" rIns="91425" bIns="91425" anchor="t" anchorCtr="0">
            <a:noAutofit/>
          </a:bodyPr>
          <a:lstStyle/>
          <a:p>
            <a:pPr marL="457200" lvl="0" indent="-330200" algn="just" rtl="0">
              <a:lnSpc>
                <a:spcPct val="115000"/>
              </a:lnSpc>
              <a:spcBef>
                <a:spcPts val="0"/>
              </a:spcBef>
              <a:spcAft>
                <a:spcPts val="0"/>
              </a:spcAft>
              <a:buClr>
                <a:srgbClr val="1B1C1D"/>
              </a:buClr>
              <a:buSzPts val="1600"/>
              <a:buAutoNum type="arabicPeriod" startAt="3"/>
            </a:pPr>
            <a:r>
              <a:rPr lang="en" sz="1600" b="1">
                <a:solidFill>
                  <a:srgbClr val="1B1C1D"/>
                </a:solidFill>
              </a:rPr>
              <a:t>Given a non-pipelined architecture running at 1GHz, that takes 5 cycle to finish an instruction. It was later converted to a 5 stage pipeline operating at 800MHz. A stall of 70 cycles happens in 2% of the memory instructions and a stall of 2 cycles happens in 20% of the branch instructions. Out of the total instructions, 30% are memory instructions and 20% are branch instructions. What is the actual speedup obtained by pipelining?</a:t>
            </a:r>
            <a:endParaRPr b="1"/>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155"/>
        <p:cNvGrpSpPr/>
        <p:nvPr/>
      </p:nvGrpSpPr>
      <p:grpSpPr>
        <a:xfrm>
          <a:off x="0" y="0"/>
          <a:ext cx="0" cy="0"/>
          <a:chOff x="0" y="0"/>
          <a:chExt cx="0" cy="0"/>
        </a:xfrm>
      </p:grpSpPr>
      <p:sp>
        <p:nvSpPr>
          <p:cNvPr id="156" name="Google Shape;156;p28"/>
          <p:cNvSpPr txBox="1">
            <a:spLocks noGrp="1"/>
          </p:cNvSpPr>
          <p:nvPr>
            <p:ph type="body" idx="1"/>
          </p:nvPr>
        </p:nvSpPr>
        <p:spPr>
          <a:xfrm>
            <a:off x="719225" y="864500"/>
            <a:ext cx="7199400" cy="3326700"/>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None/>
            </a:pPr>
            <a:endParaRPr sz="1100">
              <a:solidFill>
                <a:srgbClr val="1B1C1D"/>
              </a:solidFill>
            </a:endParaRPr>
          </a:p>
          <a:p>
            <a:pPr marL="0" lvl="0" indent="0" algn="l" rtl="0">
              <a:spcBef>
                <a:spcPts val="1200"/>
              </a:spcBef>
              <a:spcAft>
                <a:spcPts val="0"/>
              </a:spcAft>
              <a:buNone/>
            </a:pPr>
            <a:r>
              <a:rPr lang="en" sz="1600" b="1">
                <a:solidFill>
                  <a:srgbClr val="1B1C1D"/>
                </a:solidFill>
              </a:rPr>
              <a:t>Unpipelined System Parameters</a:t>
            </a:r>
            <a:endParaRPr sz="1600" b="1">
              <a:solidFill>
                <a:srgbClr val="1B1C1D"/>
              </a:solidFill>
            </a:endParaRPr>
          </a:p>
          <a:p>
            <a:pPr marL="457200" lvl="0" indent="0" algn="l" rtl="0">
              <a:spcBef>
                <a:spcPts val="1200"/>
              </a:spcBef>
              <a:spcAft>
                <a:spcPts val="0"/>
              </a:spcAft>
              <a:buNone/>
            </a:pPr>
            <a:r>
              <a:rPr lang="en" sz="1400">
                <a:solidFill>
                  <a:srgbClr val="1B1C1D"/>
                </a:solidFill>
              </a:rPr>
              <a:t>Cycles Per Instruction (Unpipelined), CPI_up = 5</a:t>
            </a:r>
            <a:endParaRPr sz="1400">
              <a:solidFill>
                <a:srgbClr val="1B1C1D"/>
              </a:solidFill>
            </a:endParaRPr>
          </a:p>
          <a:p>
            <a:pPr marL="457200" lvl="0" indent="0" algn="l" rtl="0">
              <a:spcBef>
                <a:spcPts val="1800"/>
              </a:spcBef>
              <a:spcAft>
                <a:spcPts val="0"/>
              </a:spcAft>
              <a:buNone/>
            </a:pPr>
            <a:r>
              <a:rPr lang="en" sz="1400">
                <a:solidFill>
                  <a:srgbClr val="1B1C1D"/>
                </a:solidFill>
              </a:rPr>
              <a:t>Clock Cycle Time (Unpipelined), CCT_up​ -&gt; 1 GHz -&gt; 1 ns</a:t>
            </a:r>
            <a:endParaRPr sz="1400">
              <a:solidFill>
                <a:srgbClr val="1B1C1D"/>
              </a:solidFill>
            </a:endParaRPr>
          </a:p>
          <a:p>
            <a:pPr marL="0" lvl="0" indent="0" algn="l" rtl="0">
              <a:spcBef>
                <a:spcPts val="1800"/>
              </a:spcBef>
              <a:spcAft>
                <a:spcPts val="0"/>
              </a:spcAft>
              <a:buClr>
                <a:schemeClr val="dk1"/>
              </a:buClr>
              <a:buSzPts val="1100"/>
              <a:buFont typeface="Arial"/>
              <a:buNone/>
            </a:pPr>
            <a:endParaRPr sz="1100">
              <a:solidFill>
                <a:srgbClr val="1B1C1D"/>
              </a:solidFill>
            </a:endParaRPr>
          </a:p>
          <a:p>
            <a:pPr marL="0" lvl="0" indent="0" algn="l" rtl="0">
              <a:spcBef>
                <a:spcPts val="0"/>
              </a:spcBef>
              <a:spcAft>
                <a:spcPts val="1200"/>
              </a:spcAft>
              <a:buNone/>
            </a:pPr>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160"/>
        <p:cNvGrpSpPr/>
        <p:nvPr/>
      </p:nvGrpSpPr>
      <p:grpSpPr>
        <a:xfrm>
          <a:off x="0" y="0"/>
          <a:ext cx="0" cy="0"/>
          <a:chOff x="0" y="0"/>
          <a:chExt cx="0" cy="0"/>
        </a:xfrm>
      </p:grpSpPr>
      <p:sp>
        <p:nvSpPr>
          <p:cNvPr id="161" name="Google Shape;161;p29"/>
          <p:cNvSpPr txBox="1">
            <a:spLocks noGrp="1"/>
          </p:cNvSpPr>
          <p:nvPr>
            <p:ph type="body" idx="1"/>
          </p:nvPr>
        </p:nvSpPr>
        <p:spPr>
          <a:xfrm>
            <a:off x="311700" y="762800"/>
            <a:ext cx="8520600" cy="3806100"/>
          </a:xfrm>
          <a:prstGeom prst="rect">
            <a:avLst/>
          </a:prstGeom>
        </p:spPr>
        <p:txBody>
          <a:bodyPr spcFirstLastPara="1" wrap="square" lIns="91425" tIns="91425" rIns="91425" bIns="91425" anchor="t" anchorCtr="0">
            <a:normAutofit/>
          </a:bodyPr>
          <a:lstStyle/>
          <a:p>
            <a:pPr marL="0" lvl="0" indent="0" algn="l" rtl="0">
              <a:spcBef>
                <a:spcPts val="1400"/>
              </a:spcBef>
              <a:spcAft>
                <a:spcPts val="0"/>
              </a:spcAft>
              <a:buClr>
                <a:schemeClr val="dk1"/>
              </a:buClr>
              <a:buSzPts val="1100"/>
              <a:buFont typeface="Arial"/>
              <a:buNone/>
            </a:pPr>
            <a:r>
              <a:rPr lang="en" b="1">
                <a:solidFill>
                  <a:schemeClr val="dk1"/>
                </a:solidFill>
              </a:rPr>
              <a:t>Pipelined System Parameters</a:t>
            </a:r>
            <a:endParaRPr b="1">
              <a:solidFill>
                <a:schemeClr val="dk1"/>
              </a:solidFill>
            </a:endParaRPr>
          </a:p>
          <a:p>
            <a:pPr marL="457200" lvl="0" indent="0" algn="l" rtl="0">
              <a:spcBef>
                <a:spcPts val="1200"/>
              </a:spcBef>
              <a:spcAft>
                <a:spcPts val="0"/>
              </a:spcAft>
              <a:buClr>
                <a:schemeClr val="dk1"/>
              </a:buClr>
              <a:buSzPts val="1100"/>
              <a:buFont typeface="Arial"/>
              <a:buNone/>
            </a:pPr>
            <a:r>
              <a:rPr lang="en" sz="1500">
                <a:solidFill>
                  <a:schemeClr val="dk1"/>
                </a:solidFill>
              </a:rPr>
              <a:t>Clock Cycle Time (Pipelined), CCT_p​: 800 MHz -&gt; 1.25 ns</a:t>
            </a:r>
            <a:endParaRPr sz="1500">
              <a:solidFill>
                <a:schemeClr val="dk1"/>
              </a:solidFill>
            </a:endParaRPr>
          </a:p>
          <a:p>
            <a:pPr marL="457200" lvl="0" indent="0" algn="l" rtl="0">
              <a:spcBef>
                <a:spcPts val="1200"/>
              </a:spcBef>
              <a:spcAft>
                <a:spcPts val="0"/>
              </a:spcAft>
              <a:buNone/>
            </a:pPr>
            <a:r>
              <a:rPr lang="en" sz="1500">
                <a:solidFill>
                  <a:schemeClr val="dk1"/>
                </a:solidFill>
              </a:rPr>
              <a:t>The Cycles Per Instruction for the pipelined system (CPI_p​) is the base CPI (ideally 1) plus the stalls per instruction. </a:t>
            </a:r>
            <a:r>
              <a:rPr lang="en" sz="1500" b="1">
                <a:solidFill>
                  <a:schemeClr val="dk1"/>
                </a:solidFill>
              </a:rPr>
              <a:t>CPI_p ​= Base CPI + Stall CPI</a:t>
            </a:r>
            <a:endParaRPr sz="1500">
              <a:solidFill>
                <a:schemeClr val="dk1"/>
              </a:solidFill>
            </a:endParaRPr>
          </a:p>
          <a:p>
            <a:pPr marL="457200" lvl="0" indent="0" algn="l" rtl="0">
              <a:spcBef>
                <a:spcPts val="1200"/>
              </a:spcBef>
              <a:spcAft>
                <a:spcPts val="0"/>
              </a:spcAft>
              <a:buNone/>
            </a:pPr>
            <a:r>
              <a:rPr lang="en" sz="1500">
                <a:solidFill>
                  <a:schemeClr val="dk1"/>
                </a:solidFill>
              </a:rPr>
              <a:t>Stall CPI is calculated from memory and branch stalls:</a:t>
            </a:r>
            <a:br>
              <a:rPr lang="en" sz="1500">
                <a:solidFill>
                  <a:schemeClr val="dk1"/>
                </a:solidFill>
              </a:rPr>
            </a:br>
            <a:r>
              <a:rPr lang="en" sz="1500" b="1">
                <a:solidFill>
                  <a:schemeClr val="dk1"/>
                </a:solidFill>
              </a:rPr>
              <a:t>CPI_p​ = 1 + (Memory Stalls / Ins.) + (Branch Stalls / Ins.)</a:t>
            </a:r>
            <a:endParaRPr sz="1500" b="1">
              <a:solidFill>
                <a:schemeClr val="dk1"/>
              </a:solidFill>
            </a:endParaRPr>
          </a:p>
          <a:p>
            <a:pPr marL="457200" lvl="0" indent="0" algn="l" rtl="0">
              <a:spcBef>
                <a:spcPts val="1200"/>
              </a:spcBef>
              <a:spcAft>
                <a:spcPts val="0"/>
              </a:spcAft>
              <a:buNone/>
            </a:pPr>
            <a:r>
              <a:rPr lang="en" sz="1500">
                <a:solidFill>
                  <a:schemeClr val="dk1"/>
                </a:solidFill>
              </a:rPr>
              <a:t>Plugging in the values: CPI_p = 1 + (0.3 × 0.02 × 70) + (0.2 × 0.2 × 2)</a:t>
            </a:r>
            <a:endParaRPr sz="1500">
              <a:solidFill>
                <a:schemeClr val="dk1"/>
              </a:solidFill>
            </a:endParaRPr>
          </a:p>
          <a:p>
            <a:pPr marL="457200" lvl="0" indent="0" algn="l" rtl="0">
              <a:spcBef>
                <a:spcPts val="1200"/>
              </a:spcBef>
              <a:spcAft>
                <a:spcPts val="0"/>
              </a:spcAft>
              <a:buNone/>
            </a:pPr>
            <a:r>
              <a:rPr lang="en" sz="1500">
                <a:solidFill>
                  <a:schemeClr val="dk1"/>
                </a:solidFill>
              </a:rPr>
              <a:t>CPI_p ​= 1 + 0.42 + 0.08 = 1.5</a:t>
            </a:r>
            <a:endParaRPr sz="1500">
              <a:solidFill>
                <a:schemeClr val="dk1"/>
              </a:solidFill>
            </a:endParaRPr>
          </a:p>
          <a:p>
            <a:pPr marL="0" lvl="0" indent="0" algn="l" rtl="0">
              <a:spcBef>
                <a:spcPts val="1200"/>
              </a:spcBef>
              <a:spcAft>
                <a:spcPts val="1200"/>
              </a:spcAft>
              <a:buNone/>
            </a:pPr>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165"/>
        <p:cNvGrpSpPr/>
        <p:nvPr/>
      </p:nvGrpSpPr>
      <p:grpSpPr>
        <a:xfrm>
          <a:off x="0" y="0"/>
          <a:ext cx="0" cy="0"/>
          <a:chOff x="0" y="0"/>
          <a:chExt cx="0" cy="0"/>
        </a:xfrm>
      </p:grpSpPr>
      <p:sp>
        <p:nvSpPr>
          <p:cNvPr id="166" name="Google Shape;166;p30"/>
          <p:cNvSpPr txBox="1">
            <a:spLocks noGrp="1"/>
          </p:cNvSpPr>
          <p:nvPr>
            <p:ph type="body" idx="1"/>
          </p:nvPr>
        </p:nvSpPr>
        <p:spPr>
          <a:xfrm>
            <a:off x="311700" y="755550"/>
            <a:ext cx="8520600" cy="3813300"/>
          </a:xfrm>
          <a:prstGeom prst="rect">
            <a:avLst/>
          </a:prstGeom>
        </p:spPr>
        <p:txBody>
          <a:bodyPr spcFirstLastPara="1" wrap="square" lIns="91425" tIns="91425" rIns="91425" bIns="91425" anchor="t" anchorCtr="0">
            <a:normAutofit/>
          </a:bodyPr>
          <a:lstStyle/>
          <a:p>
            <a:pPr marL="0" lvl="0" indent="0" algn="l" rtl="0">
              <a:spcBef>
                <a:spcPts val="1400"/>
              </a:spcBef>
              <a:spcAft>
                <a:spcPts val="0"/>
              </a:spcAft>
              <a:buClr>
                <a:schemeClr val="dk1"/>
              </a:buClr>
              <a:buSzPts val="1100"/>
              <a:buFont typeface="Arial"/>
              <a:buNone/>
            </a:pPr>
            <a:r>
              <a:rPr lang="en" b="1">
                <a:solidFill>
                  <a:schemeClr val="dk1"/>
                </a:solidFill>
              </a:rPr>
              <a:t>Speedup Calculation</a:t>
            </a:r>
            <a:endParaRPr b="1">
              <a:solidFill>
                <a:schemeClr val="dk1"/>
              </a:solidFill>
            </a:endParaRPr>
          </a:p>
          <a:p>
            <a:pPr marL="457200" lvl="0" indent="0" algn="l" rtl="0">
              <a:spcBef>
                <a:spcPts val="1200"/>
              </a:spcBef>
              <a:spcAft>
                <a:spcPts val="0"/>
              </a:spcAft>
              <a:buNone/>
            </a:pPr>
            <a:r>
              <a:rPr lang="en" sz="1500">
                <a:solidFill>
                  <a:schemeClr val="dk1"/>
                </a:solidFill>
              </a:rPr>
              <a:t>The formula for speedup is the execution time of the unpipelined system divided by the execution time of the pipelined system.</a:t>
            </a:r>
            <a:br>
              <a:rPr lang="en" sz="1500">
                <a:solidFill>
                  <a:schemeClr val="dk1"/>
                </a:solidFill>
              </a:rPr>
            </a:br>
            <a:r>
              <a:rPr lang="en" sz="1500" b="1">
                <a:solidFill>
                  <a:schemeClr val="dk1"/>
                </a:solidFill>
              </a:rPr>
              <a:t>Speedup = (CPI_up × CCT_up ) / ​(CPI_p​ × CCT_p)​​</a:t>
            </a:r>
            <a:endParaRPr sz="1500" b="1">
              <a:solidFill>
                <a:schemeClr val="dk1"/>
              </a:solidFill>
            </a:endParaRPr>
          </a:p>
          <a:p>
            <a:pPr marL="457200" lvl="0" indent="0" algn="l" rtl="0">
              <a:spcBef>
                <a:spcPts val="1200"/>
              </a:spcBef>
              <a:spcAft>
                <a:spcPts val="0"/>
              </a:spcAft>
              <a:buNone/>
            </a:pPr>
            <a:r>
              <a:rPr lang="en" sz="1500">
                <a:solidFill>
                  <a:schemeClr val="dk1"/>
                </a:solidFill>
              </a:rPr>
              <a:t>Substituting the calculated values:</a:t>
            </a:r>
            <a:br>
              <a:rPr lang="en" sz="1500">
                <a:solidFill>
                  <a:schemeClr val="dk1"/>
                </a:solidFill>
              </a:rPr>
            </a:br>
            <a:r>
              <a:rPr lang="en" sz="1500">
                <a:solidFill>
                  <a:schemeClr val="dk1"/>
                </a:solidFill>
              </a:rPr>
              <a:t>Speedup = (5 × 1) / (1.5 × 1.25) = 2.66</a:t>
            </a:r>
            <a:endParaRPr sz="1500">
              <a:solidFill>
                <a:schemeClr val="dk1"/>
              </a:solidFill>
            </a:endParaRPr>
          </a:p>
          <a:p>
            <a:pPr marL="457200" lvl="0" indent="0" algn="l" rtl="0">
              <a:spcBef>
                <a:spcPts val="1200"/>
              </a:spcBef>
              <a:spcAft>
                <a:spcPts val="0"/>
              </a:spcAft>
              <a:buNone/>
            </a:pPr>
            <a:r>
              <a:rPr lang="en" sz="1500" b="1" i="1">
                <a:solidFill>
                  <a:schemeClr val="dk1"/>
                </a:solidFill>
              </a:rPr>
              <a:t>Pipeline design is 2.66 times faster…</a:t>
            </a:r>
            <a:endParaRPr sz="1500" b="1" i="1">
              <a:solidFill>
                <a:schemeClr val="dk1"/>
              </a:solidFill>
            </a:endParaRPr>
          </a:p>
          <a:p>
            <a:pPr marL="0" lvl="0" indent="0" algn="l" rtl="0">
              <a:spcBef>
                <a:spcPts val="1200"/>
              </a:spcBef>
              <a:spcAft>
                <a:spcPts val="1200"/>
              </a:spcAft>
              <a:buNone/>
            </a:pPr>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170"/>
        <p:cNvGrpSpPr/>
        <p:nvPr/>
      </p:nvGrpSpPr>
      <p:grpSpPr>
        <a:xfrm>
          <a:off x="0" y="0"/>
          <a:ext cx="0" cy="0"/>
          <a:chOff x="0" y="0"/>
          <a:chExt cx="0" cy="0"/>
        </a:xfrm>
      </p:grpSpPr>
      <p:sp>
        <p:nvSpPr>
          <p:cNvPr id="171" name="Google Shape;171;p31"/>
          <p:cNvSpPr txBox="1">
            <a:spLocks noGrp="1"/>
          </p:cNvSpPr>
          <p:nvPr>
            <p:ph type="body" idx="1"/>
          </p:nvPr>
        </p:nvSpPr>
        <p:spPr>
          <a:xfrm>
            <a:off x="311700" y="863550"/>
            <a:ext cx="8520600" cy="2694600"/>
          </a:xfrm>
          <a:prstGeom prst="rect">
            <a:avLst/>
          </a:prstGeom>
        </p:spPr>
        <p:txBody>
          <a:bodyPr spcFirstLastPara="1" wrap="square" lIns="91425" tIns="91425" rIns="91425" bIns="91425" anchor="t" anchorCtr="0">
            <a:normAutofit fontScale="92500" lnSpcReduction="10000"/>
          </a:bodyPr>
          <a:lstStyle/>
          <a:p>
            <a:pPr marL="457200" lvl="0" indent="-342900" algn="just" rtl="0">
              <a:spcBef>
                <a:spcPts val="0"/>
              </a:spcBef>
              <a:spcAft>
                <a:spcPts val="0"/>
              </a:spcAft>
              <a:buClr>
                <a:srgbClr val="000000"/>
              </a:buClr>
              <a:buSzPts val="1800"/>
              <a:buAutoNum type="arabicPeriod" startAt="4"/>
            </a:pPr>
            <a:r>
              <a:rPr lang="en" b="1">
                <a:solidFill>
                  <a:srgbClr val="000000"/>
                </a:solidFill>
              </a:rPr>
              <a:t>Given a non-pipelined architecture running at 1.5 GHz, that takes 5 cycles to finish an instruction. You want to make it pipelined with 5 stages. Due to hardware overhead the pipelined design will operate only at 1 GHz. 5% of memory instructions cause a stall of 50 cycles, 30% of branch instruction cause a stall of 2 cycles and load-ALU combinations cause a stall of 1 cycle. Assume that in a given program, there exist 20% of branch instructions and 30% of memory instructions. 10% of instructions are load-ALU combinations. What is the speedup of pipelined design over the non-pipelined design?</a:t>
            </a:r>
            <a:endParaRPr b="1">
              <a:solidFill>
                <a:srgbClr val="000000"/>
              </a:solidFill>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175"/>
        <p:cNvGrpSpPr/>
        <p:nvPr/>
      </p:nvGrpSpPr>
      <p:grpSpPr>
        <a:xfrm>
          <a:off x="0" y="0"/>
          <a:ext cx="0" cy="0"/>
          <a:chOff x="0" y="0"/>
          <a:chExt cx="0" cy="0"/>
        </a:xfrm>
      </p:grpSpPr>
      <p:sp>
        <p:nvSpPr>
          <p:cNvPr id="176" name="Google Shape;176;p32"/>
          <p:cNvSpPr txBox="1">
            <a:spLocks noGrp="1"/>
          </p:cNvSpPr>
          <p:nvPr>
            <p:ph type="body" idx="1"/>
          </p:nvPr>
        </p:nvSpPr>
        <p:spPr>
          <a:xfrm>
            <a:off x="311700" y="573750"/>
            <a:ext cx="8520600" cy="3996000"/>
          </a:xfrm>
          <a:prstGeom prst="rect">
            <a:avLst/>
          </a:prstGeom>
        </p:spPr>
        <p:txBody>
          <a:bodyPr spcFirstLastPara="1" wrap="square" lIns="91425" tIns="91425" rIns="91425" bIns="91425" anchor="t" anchorCtr="0">
            <a:normAutofit fontScale="70000" lnSpcReduction="20000"/>
          </a:bodyPr>
          <a:lstStyle/>
          <a:p>
            <a:pPr fontAlgn="base"/>
            <a:r>
              <a:rPr lang="en-IN" dirty="0" err="1"/>
              <a:t>CPI_up</a:t>
            </a:r>
            <a:r>
              <a:rPr lang="en-IN" dirty="0"/>
              <a:t> = 5</a:t>
            </a:r>
            <a:br>
              <a:rPr lang="en-IN" dirty="0"/>
            </a:br>
            <a:br>
              <a:rPr lang="en-IN" dirty="0"/>
            </a:br>
            <a:r>
              <a:rPr lang="en-IN" dirty="0"/>
              <a:t>Clock cycle time (unpipelined) </a:t>
            </a:r>
            <a:r>
              <a:rPr lang="en-IN" dirty="0" err="1"/>
              <a:t>CCT_up</a:t>
            </a:r>
            <a:r>
              <a:rPr lang="en-IN" dirty="0"/>
              <a:t> -&gt; 1.5GHz -&gt; 0.67 ns</a:t>
            </a:r>
            <a:br>
              <a:rPr lang="en-IN" dirty="0"/>
            </a:br>
            <a:br>
              <a:rPr lang="en-IN" dirty="0"/>
            </a:br>
            <a:r>
              <a:rPr lang="en-IN" dirty="0"/>
              <a:t>Execution Time (unpipelined):</a:t>
            </a:r>
            <a:br>
              <a:rPr lang="en-IN" dirty="0"/>
            </a:br>
            <a:r>
              <a:rPr lang="en-IN" dirty="0" err="1"/>
              <a:t>Ex_up</a:t>
            </a:r>
            <a:r>
              <a:rPr lang="en-IN" dirty="0"/>
              <a:t> = CPI x </a:t>
            </a:r>
            <a:r>
              <a:rPr lang="en-IN" dirty="0" err="1"/>
              <a:t>CCT_up</a:t>
            </a:r>
            <a:r>
              <a:rPr lang="en-IN" dirty="0"/>
              <a:t> = 5 x 0.66 ns = 3.33 ns / instruction</a:t>
            </a:r>
            <a:br>
              <a:rPr lang="en-IN" dirty="0"/>
            </a:br>
            <a:br>
              <a:rPr lang="en-IN" dirty="0"/>
            </a:br>
            <a:endParaRPr lang="en-IN" dirty="0"/>
          </a:p>
          <a:p>
            <a:pPr fontAlgn="base"/>
            <a:r>
              <a:rPr lang="en-IN" dirty="0"/>
              <a:t>Clock cycle time (pipelined) </a:t>
            </a:r>
            <a:r>
              <a:rPr lang="en-IN" dirty="0" err="1"/>
              <a:t>CCT_p</a:t>
            </a:r>
            <a:r>
              <a:rPr lang="en-IN" dirty="0"/>
              <a:t> -&gt; 1GHz -&gt; 1 ns</a:t>
            </a:r>
            <a:br>
              <a:rPr lang="en-IN" dirty="0"/>
            </a:br>
            <a:br>
              <a:rPr lang="en-IN" dirty="0"/>
            </a:br>
            <a:r>
              <a:rPr lang="en-IN" dirty="0"/>
              <a:t>Effective </a:t>
            </a:r>
            <a:r>
              <a:rPr lang="en-IN" dirty="0" err="1"/>
              <a:t>CPI_p</a:t>
            </a:r>
            <a:r>
              <a:rPr lang="en-IN" dirty="0"/>
              <a:t> = Base CPI + Stall CPI</a:t>
            </a:r>
            <a:br>
              <a:rPr lang="en-IN" dirty="0"/>
            </a:br>
            <a:r>
              <a:rPr lang="en-IN" dirty="0"/>
              <a:t>(Stall CPI = Memory stalls + Branch stalls + Load-ALU stalls)</a:t>
            </a:r>
            <a:br>
              <a:rPr lang="en-IN" dirty="0"/>
            </a:br>
            <a:r>
              <a:rPr lang="en-IN" dirty="0"/>
              <a:t>= 1 + (0.3 x 0.05 x 50) + (0.2 x 0.3 x 2) + (0.1 x 1)</a:t>
            </a:r>
            <a:br>
              <a:rPr lang="en-IN" dirty="0"/>
            </a:br>
            <a:r>
              <a:rPr lang="en-IN" dirty="0"/>
              <a:t>= 1 + 0.75 + 0.12 + 0.1 = 1.97</a:t>
            </a:r>
            <a:br>
              <a:rPr lang="en-IN" dirty="0"/>
            </a:br>
            <a:br>
              <a:rPr lang="en-IN" dirty="0"/>
            </a:br>
            <a:r>
              <a:rPr lang="en-IN" dirty="0" err="1"/>
              <a:t>Ex_p</a:t>
            </a:r>
            <a:r>
              <a:rPr lang="en-IN" dirty="0"/>
              <a:t> = </a:t>
            </a:r>
            <a:r>
              <a:rPr lang="en-IN" dirty="0" err="1"/>
              <a:t>CPI_p</a:t>
            </a:r>
            <a:r>
              <a:rPr lang="en-IN" dirty="0"/>
              <a:t> x </a:t>
            </a:r>
            <a:r>
              <a:rPr lang="en-IN" dirty="0" err="1"/>
              <a:t>CCT_p</a:t>
            </a:r>
            <a:r>
              <a:rPr lang="en-IN" dirty="0"/>
              <a:t> = 1.97 x 1 ns = 1.97 ns / instruction</a:t>
            </a:r>
            <a:br>
              <a:rPr lang="en-IN" dirty="0"/>
            </a:br>
            <a:br>
              <a:rPr lang="en-IN" dirty="0"/>
            </a:br>
            <a:endParaRPr lang="en-IN" dirty="0"/>
          </a:p>
          <a:p>
            <a:pPr fontAlgn="base"/>
            <a:r>
              <a:rPr lang="en-IN" dirty="0"/>
              <a:t>Speedup = </a:t>
            </a:r>
            <a:r>
              <a:rPr lang="en-IN" dirty="0" err="1"/>
              <a:t>Ex_up</a:t>
            </a:r>
            <a:r>
              <a:rPr lang="en-IN" dirty="0"/>
              <a:t> / </a:t>
            </a:r>
            <a:r>
              <a:rPr lang="en-IN" dirty="0" err="1"/>
              <a:t>Ex_p</a:t>
            </a:r>
            <a:r>
              <a:rPr lang="en-IN" dirty="0"/>
              <a:t> = 3.33 | 1.97 = 1.69</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180"/>
        <p:cNvGrpSpPr/>
        <p:nvPr/>
      </p:nvGrpSpPr>
      <p:grpSpPr>
        <a:xfrm>
          <a:off x="0" y="0"/>
          <a:ext cx="0" cy="0"/>
          <a:chOff x="0" y="0"/>
          <a:chExt cx="0" cy="0"/>
        </a:xfrm>
      </p:grpSpPr>
      <p:sp>
        <p:nvSpPr>
          <p:cNvPr id="181" name="Google Shape;181;p33"/>
          <p:cNvSpPr txBox="1">
            <a:spLocks noGrp="1"/>
          </p:cNvSpPr>
          <p:nvPr>
            <p:ph type="body" idx="1"/>
          </p:nvPr>
        </p:nvSpPr>
        <p:spPr>
          <a:xfrm>
            <a:off x="311700" y="1514275"/>
            <a:ext cx="8520600" cy="1808700"/>
          </a:xfrm>
          <a:prstGeom prst="rect">
            <a:avLst/>
          </a:prstGeom>
        </p:spPr>
        <p:txBody>
          <a:bodyPr spcFirstLastPara="1" wrap="square" lIns="91425" tIns="91425" rIns="91425" bIns="91425" anchor="t" anchorCtr="0">
            <a:normAutofit fontScale="92500" lnSpcReduction="20000"/>
          </a:bodyPr>
          <a:lstStyle/>
          <a:p>
            <a:pPr marL="457200" lvl="0" indent="-342900" algn="just" rtl="0">
              <a:spcBef>
                <a:spcPts val="0"/>
              </a:spcBef>
              <a:spcAft>
                <a:spcPts val="0"/>
              </a:spcAft>
              <a:buClr>
                <a:srgbClr val="000000"/>
              </a:buClr>
              <a:buSzPts val="1800"/>
              <a:buAutoNum type="arabicPeriod" startAt="5"/>
            </a:pPr>
            <a:r>
              <a:rPr lang="en" b="1" dirty="0">
                <a:solidFill>
                  <a:srgbClr val="000000"/>
                </a:solidFill>
              </a:rPr>
              <a:t>A program has 2000 instructions in the sequence L.D, ADD.D, L.D, ADD.D,...... L.D, ADD.D. The ADD.D instruction depends on the L.D instruction right before it. The L.D instruction depends on the ADD.D instruction right before it. If the program is executed on the 5-stage pipeline what would be the actual CPI with and without operand forwarding technique?</a:t>
            </a:r>
            <a:endParaRPr b="1" dirty="0">
              <a:solidFill>
                <a:srgbClr val="000000"/>
              </a:solidFill>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185"/>
        <p:cNvGrpSpPr/>
        <p:nvPr/>
      </p:nvGrpSpPr>
      <p:grpSpPr>
        <a:xfrm>
          <a:off x="0" y="0"/>
          <a:ext cx="0" cy="0"/>
          <a:chOff x="0" y="0"/>
          <a:chExt cx="0" cy="0"/>
        </a:xfrm>
      </p:grpSpPr>
      <p:graphicFrame>
        <p:nvGraphicFramePr>
          <p:cNvPr id="186" name="Google Shape;186;p34"/>
          <p:cNvGraphicFramePr/>
          <p:nvPr>
            <p:extLst>
              <p:ext uri="{D42A27DB-BD31-4B8C-83A1-F6EECF244321}">
                <p14:modId xmlns:p14="http://schemas.microsoft.com/office/powerpoint/2010/main" val="1904439814"/>
              </p:ext>
            </p:extLst>
          </p:nvPr>
        </p:nvGraphicFramePr>
        <p:xfrm>
          <a:off x="197625" y="2312017"/>
          <a:ext cx="8748750" cy="2424425"/>
        </p:xfrm>
        <a:graphic>
          <a:graphicData uri="http://schemas.openxmlformats.org/drawingml/2006/table">
            <a:tbl>
              <a:tblPr>
                <a:noFill/>
                <a:tableStyleId>{D6595CD2-EFE4-4E53-9505-4E6652541B52}</a:tableStyleId>
              </a:tblPr>
              <a:tblGrid>
                <a:gridCol w="749400">
                  <a:extLst>
                    <a:ext uri="{9D8B030D-6E8A-4147-A177-3AD203B41FA5}">
                      <a16:colId xmlns:a16="http://schemas.microsoft.com/office/drawing/2014/main" val="20000"/>
                    </a:ext>
                  </a:extLst>
                </a:gridCol>
                <a:gridCol w="417100">
                  <a:extLst>
                    <a:ext uri="{9D8B030D-6E8A-4147-A177-3AD203B41FA5}">
                      <a16:colId xmlns:a16="http://schemas.microsoft.com/office/drawing/2014/main" val="20001"/>
                    </a:ext>
                  </a:extLst>
                </a:gridCol>
                <a:gridCol w="583250">
                  <a:extLst>
                    <a:ext uri="{9D8B030D-6E8A-4147-A177-3AD203B41FA5}">
                      <a16:colId xmlns:a16="http://schemas.microsoft.com/office/drawing/2014/main" val="20002"/>
                    </a:ext>
                  </a:extLst>
                </a:gridCol>
                <a:gridCol w="583250">
                  <a:extLst>
                    <a:ext uri="{9D8B030D-6E8A-4147-A177-3AD203B41FA5}">
                      <a16:colId xmlns:a16="http://schemas.microsoft.com/office/drawing/2014/main" val="20003"/>
                    </a:ext>
                  </a:extLst>
                </a:gridCol>
                <a:gridCol w="583250">
                  <a:extLst>
                    <a:ext uri="{9D8B030D-6E8A-4147-A177-3AD203B41FA5}">
                      <a16:colId xmlns:a16="http://schemas.microsoft.com/office/drawing/2014/main" val="20004"/>
                    </a:ext>
                  </a:extLst>
                </a:gridCol>
                <a:gridCol w="583250">
                  <a:extLst>
                    <a:ext uri="{9D8B030D-6E8A-4147-A177-3AD203B41FA5}">
                      <a16:colId xmlns:a16="http://schemas.microsoft.com/office/drawing/2014/main" val="20005"/>
                    </a:ext>
                  </a:extLst>
                </a:gridCol>
                <a:gridCol w="583250">
                  <a:extLst>
                    <a:ext uri="{9D8B030D-6E8A-4147-A177-3AD203B41FA5}">
                      <a16:colId xmlns:a16="http://schemas.microsoft.com/office/drawing/2014/main" val="20006"/>
                    </a:ext>
                  </a:extLst>
                </a:gridCol>
                <a:gridCol w="583250">
                  <a:extLst>
                    <a:ext uri="{9D8B030D-6E8A-4147-A177-3AD203B41FA5}">
                      <a16:colId xmlns:a16="http://schemas.microsoft.com/office/drawing/2014/main" val="20007"/>
                    </a:ext>
                  </a:extLst>
                </a:gridCol>
                <a:gridCol w="583250">
                  <a:extLst>
                    <a:ext uri="{9D8B030D-6E8A-4147-A177-3AD203B41FA5}">
                      <a16:colId xmlns:a16="http://schemas.microsoft.com/office/drawing/2014/main" val="20008"/>
                    </a:ext>
                  </a:extLst>
                </a:gridCol>
                <a:gridCol w="583250">
                  <a:extLst>
                    <a:ext uri="{9D8B030D-6E8A-4147-A177-3AD203B41FA5}">
                      <a16:colId xmlns:a16="http://schemas.microsoft.com/office/drawing/2014/main" val="20009"/>
                    </a:ext>
                  </a:extLst>
                </a:gridCol>
                <a:gridCol w="583250">
                  <a:extLst>
                    <a:ext uri="{9D8B030D-6E8A-4147-A177-3AD203B41FA5}">
                      <a16:colId xmlns:a16="http://schemas.microsoft.com/office/drawing/2014/main" val="20010"/>
                    </a:ext>
                  </a:extLst>
                </a:gridCol>
                <a:gridCol w="583250">
                  <a:extLst>
                    <a:ext uri="{9D8B030D-6E8A-4147-A177-3AD203B41FA5}">
                      <a16:colId xmlns:a16="http://schemas.microsoft.com/office/drawing/2014/main" val="20011"/>
                    </a:ext>
                  </a:extLst>
                </a:gridCol>
                <a:gridCol w="583250">
                  <a:extLst>
                    <a:ext uri="{9D8B030D-6E8A-4147-A177-3AD203B41FA5}">
                      <a16:colId xmlns:a16="http://schemas.microsoft.com/office/drawing/2014/main" val="20012"/>
                    </a:ext>
                  </a:extLst>
                </a:gridCol>
                <a:gridCol w="583250">
                  <a:extLst>
                    <a:ext uri="{9D8B030D-6E8A-4147-A177-3AD203B41FA5}">
                      <a16:colId xmlns:a16="http://schemas.microsoft.com/office/drawing/2014/main" val="20013"/>
                    </a:ext>
                  </a:extLst>
                </a:gridCol>
                <a:gridCol w="583250">
                  <a:extLst>
                    <a:ext uri="{9D8B030D-6E8A-4147-A177-3AD203B41FA5}">
                      <a16:colId xmlns:a16="http://schemas.microsoft.com/office/drawing/2014/main" val="20014"/>
                    </a:ext>
                  </a:extLst>
                </a:gridCol>
              </a:tblGrid>
              <a:tr h="418025">
                <a:tc>
                  <a:txBody>
                    <a:bodyPr/>
                    <a:lstStyle/>
                    <a:p>
                      <a:pPr marL="0" lvl="0" indent="0" algn="ctr" rtl="0">
                        <a:lnSpc>
                          <a:spcPct val="115000"/>
                        </a:lnSpc>
                        <a:spcBef>
                          <a:spcPts val="0"/>
                        </a:spcBef>
                        <a:spcAft>
                          <a:spcPts val="0"/>
                        </a:spcAft>
                        <a:buNone/>
                      </a:pPr>
                      <a:r>
                        <a:rPr lang="en" sz="1000"/>
                        <a:t>Instruction</a:t>
                      </a:r>
                      <a:endParaRPr sz="1000"/>
                    </a:p>
                  </a:txBody>
                  <a:tcPr marL="28575" marR="28575" marT="19050" marB="19050" anchor="b">
                    <a:lnL w="9525" cap="flat" cmpd="sng">
                      <a:solidFill>
                        <a:srgbClr val="CCCCCC"/>
                      </a:solidFill>
                      <a:prstDash val="solid"/>
                      <a:round/>
                      <a:headEnd type="none" w="sm" len="sm"/>
                      <a:tailEnd type="none" w="sm" len="sm"/>
                    </a:lnL>
                    <a:lnR w="9525" cap="flat" cmpd="sng">
                      <a:solidFill>
                        <a:srgbClr val="CCCCCC"/>
                      </a:solidFill>
                      <a:prstDash val="solid"/>
                      <a:round/>
                      <a:headEnd type="none" w="sm" len="sm"/>
                      <a:tailEnd type="none" w="sm" len="sm"/>
                    </a:lnR>
                    <a:lnT w="9525" cap="flat" cmpd="sng">
                      <a:solidFill>
                        <a:srgbClr val="CCCCCC"/>
                      </a:solidFill>
                      <a:prstDash val="solid"/>
                      <a:round/>
                      <a:headEnd type="none" w="sm" len="sm"/>
                      <a:tailEnd type="none" w="sm" len="sm"/>
                    </a:lnT>
                    <a:lnB w="9525" cap="flat" cmpd="sng">
                      <a:solidFill>
                        <a:srgbClr val="CCCCCC"/>
                      </a:solidFill>
                      <a:prstDash val="solid"/>
                      <a:round/>
                      <a:headEnd type="none" w="sm" len="sm"/>
                      <a:tailEnd type="none" w="sm" len="sm"/>
                    </a:lnB>
                  </a:tcPr>
                </a:tc>
                <a:tc>
                  <a:txBody>
                    <a:bodyPr/>
                    <a:lstStyle/>
                    <a:p>
                      <a:pPr marL="0" lvl="0" indent="0" algn="ctr" rtl="0">
                        <a:lnSpc>
                          <a:spcPct val="115000"/>
                        </a:lnSpc>
                        <a:spcBef>
                          <a:spcPts val="0"/>
                        </a:spcBef>
                        <a:spcAft>
                          <a:spcPts val="0"/>
                        </a:spcAft>
                        <a:buNone/>
                      </a:pPr>
                      <a:r>
                        <a:rPr lang="en" sz="1000"/>
                        <a:t>1</a:t>
                      </a:r>
                      <a:endParaRPr sz="1000"/>
                    </a:p>
                  </a:txBody>
                  <a:tcPr marL="28575" marR="28575" marT="19050" marB="19050" anchor="b">
                    <a:lnL w="9525" cap="flat" cmpd="sng">
                      <a:solidFill>
                        <a:srgbClr val="CCCCCC"/>
                      </a:solidFill>
                      <a:prstDash val="solid"/>
                      <a:round/>
                      <a:headEnd type="none" w="sm" len="sm"/>
                      <a:tailEnd type="none" w="sm" len="sm"/>
                    </a:lnL>
                    <a:lnR w="9525" cap="flat" cmpd="sng">
                      <a:solidFill>
                        <a:srgbClr val="CCCCCC"/>
                      </a:solidFill>
                      <a:prstDash val="solid"/>
                      <a:round/>
                      <a:headEnd type="none" w="sm" len="sm"/>
                      <a:tailEnd type="none" w="sm" len="sm"/>
                    </a:lnR>
                    <a:lnT w="9525" cap="flat" cmpd="sng">
                      <a:solidFill>
                        <a:srgbClr val="CCCCCC"/>
                      </a:solidFill>
                      <a:prstDash val="solid"/>
                      <a:round/>
                      <a:headEnd type="none" w="sm" len="sm"/>
                      <a:tailEnd type="none" w="sm" len="sm"/>
                    </a:lnT>
                    <a:lnB w="9525" cap="flat" cmpd="sng">
                      <a:solidFill>
                        <a:srgbClr val="CCCCCC"/>
                      </a:solidFill>
                      <a:prstDash val="solid"/>
                      <a:round/>
                      <a:headEnd type="none" w="sm" len="sm"/>
                      <a:tailEnd type="none" w="sm" len="sm"/>
                    </a:lnB>
                  </a:tcPr>
                </a:tc>
                <a:tc>
                  <a:txBody>
                    <a:bodyPr/>
                    <a:lstStyle/>
                    <a:p>
                      <a:pPr marL="0" lvl="0" indent="0" algn="ctr" rtl="0">
                        <a:lnSpc>
                          <a:spcPct val="115000"/>
                        </a:lnSpc>
                        <a:spcBef>
                          <a:spcPts val="0"/>
                        </a:spcBef>
                        <a:spcAft>
                          <a:spcPts val="0"/>
                        </a:spcAft>
                        <a:buNone/>
                      </a:pPr>
                      <a:r>
                        <a:rPr lang="en" sz="1000"/>
                        <a:t>2</a:t>
                      </a:r>
                      <a:endParaRPr sz="1000"/>
                    </a:p>
                  </a:txBody>
                  <a:tcPr marL="28575" marR="28575" marT="19050" marB="19050" anchor="b">
                    <a:lnL w="9525" cap="flat" cmpd="sng">
                      <a:solidFill>
                        <a:srgbClr val="CCCCCC"/>
                      </a:solidFill>
                      <a:prstDash val="solid"/>
                      <a:round/>
                      <a:headEnd type="none" w="sm" len="sm"/>
                      <a:tailEnd type="none" w="sm" len="sm"/>
                    </a:lnL>
                    <a:lnR w="9525" cap="flat" cmpd="sng">
                      <a:solidFill>
                        <a:srgbClr val="CCCCCC"/>
                      </a:solidFill>
                      <a:prstDash val="solid"/>
                      <a:round/>
                      <a:headEnd type="none" w="sm" len="sm"/>
                      <a:tailEnd type="none" w="sm" len="sm"/>
                    </a:lnR>
                    <a:lnT w="9525" cap="flat" cmpd="sng">
                      <a:solidFill>
                        <a:srgbClr val="CCCCCC"/>
                      </a:solidFill>
                      <a:prstDash val="solid"/>
                      <a:round/>
                      <a:headEnd type="none" w="sm" len="sm"/>
                      <a:tailEnd type="none" w="sm" len="sm"/>
                    </a:lnT>
                    <a:lnB w="9525" cap="flat" cmpd="sng">
                      <a:solidFill>
                        <a:srgbClr val="CCCCCC"/>
                      </a:solidFill>
                      <a:prstDash val="solid"/>
                      <a:round/>
                      <a:headEnd type="none" w="sm" len="sm"/>
                      <a:tailEnd type="none" w="sm" len="sm"/>
                    </a:lnB>
                  </a:tcPr>
                </a:tc>
                <a:tc>
                  <a:txBody>
                    <a:bodyPr/>
                    <a:lstStyle/>
                    <a:p>
                      <a:pPr marL="0" lvl="0" indent="0" algn="ctr" rtl="0">
                        <a:lnSpc>
                          <a:spcPct val="115000"/>
                        </a:lnSpc>
                        <a:spcBef>
                          <a:spcPts val="0"/>
                        </a:spcBef>
                        <a:spcAft>
                          <a:spcPts val="0"/>
                        </a:spcAft>
                        <a:buNone/>
                      </a:pPr>
                      <a:r>
                        <a:rPr lang="en" sz="1000"/>
                        <a:t>3</a:t>
                      </a:r>
                      <a:endParaRPr sz="1000"/>
                    </a:p>
                  </a:txBody>
                  <a:tcPr marL="28575" marR="28575" marT="19050" marB="19050" anchor="b">
                    <a:lnL w="9525" cap="flat" cmpd="sng">
                      <a:solidFill>
                        <a:srgbClr val="CCCCCC"/>
                      </a:solidFill>
                      <a:prstDash val="solid"/>
                      <a:round/>
                      <a:headEnd type="none" w="sm" len="sm"/>
                      <a:tailEnd type="none" w="sm" len="sm"/>
                    </a:lnL>
                    <a:lnR w="9525" cap="flat" cmpd="sng">
                      <a:solidFill>
                        <a:srgbClr val="CCCCCC"/>
                      </a:solidFill>
                      <a:prstDash val="solid"/>
                      <a:round/>
                      <a:headEnd type="none" w="sm" len="sm"/>
                      <a:tailEnd type="none" w="sm" len="sm"/>
                    </a:lnR>
                    <a:lnT w="9525" cap="flat" cmpd="sng">
                      <a:solidFill>
                        <a:srgbClr val="CCCCCC"/>
                      </a:solidFill>
                      <a:prstDash val="solid"/>
                      <a:round/>
                      <a:headEnd type="none" w="sm" len="sm"/>
                      <a:tailEnd type="none" w="sm" len="sm"/>
                    </a:lnT>
                    <a:lnB w="9525" cap="flat" cmpd="sng">
                      <a:solidFill>
                        <a:srgbClr val="CCCCCC"/>
                      </a:solidFill>
                      <a:prstDash val="solid"/>
                      <a:round/>
                      <a:headEnd type="none" w="sm" len="sm"/>
                      <a:tailEnd type="none" w="sm" len="sm"/>
                    </a:lnB>
                  </a:tcPr>
                </a:tc>
                <a:tc>
                  <a:txBody>
                    <a:bodyPr/>
                    <a:lstStyle/>
                    <a:p>
                      <a:pPr marL="0" lvl="0" indent="0" algn="ctr" rtl="0">
                        <a:lnSpc>
                          <a:spcPct val="115000"/>
                        </a:lnSpc>
                        <a:spcBef>
                          <a:spcPts val="0"/>
                        </a:spcBef>
                        <a:spcAft>
                          <a:spcPts val="0"/>
                        </a:spcAft>
                        <a:buNone/>
                      </a:pPr>
                      <a:r>
                        <a:rPr lang="en" sz="1000"/>
                        <a:t>4</a:t>
                      </a:r>
                      <a:endParaRPr sz="1000"/>
                    </a:p>
                  </a:txBody>
                  <a:tcPr marL="28575" marR="28575" marT="19050" marB="19050" anchor="b">
                    <a:lnL w="9525" cap="flat" cmpd="sng">
                      <a:solidFill>
                        <a:srgbClr val="CCCCCC"/>
                      </a:solidFill>
                      <a:prstDash val="solid"/>
                      <a:round/>
                      <a:headEnd type="none" w="sm" len="sm"/>
                      <a:tailEnd type="none" w="sm" len="sm"/>
                    </a:lnL>
                    <a:lnR w="9525" cap="flat" cmpd="sng">
                      <a:solidFill>
                        <a:srgbClr val="CCCCCC"/>
                      </a:solidFill>
                      <a:prstDash val="solid"/>
                      <a:round/>
                      <a:headEnd type="none" w="sm" len="sm"/>
                      <a:tailEnd type="none" w="sm" len="sm"/>
                    </a:lnR>
                    <a:lnT w="9525" cap="flat" cmpd="sng">
                      <a:solidFill>
                        <a:srgbClr val="CCCCCC"/>
                      </a:solidFill>
                      <a:prstDash val="solid"/>
                      <a:round/>
                      <a:headEnd type="none" w="sm" len="sm"/>
                      <a:tailEnd type="none" w="sm" len="sm"/>
                    </a:lnT>
                    <a:lnB w="9525" cap="flat" cmpd="sng">
                      <a:solidFill>
                        <a:srgbClr val="CCCCCC"/>
                      </a:solidFill>
                      <a:prstDash val="solid"/>
                      <a:round/>
                      <a:headEnd type="none" w="sm" len="sm"/>
                      <a:tailEnd type="none" w="sm" len="sm"/>
                    </a:lnB>
                  </a:tcPr>
                </a:tc>
                <a:tc>
                  <a:txBody>
                    <a:bodyPr/>
                    <a:lstStyle/>
                    <a:p>
                      <a:pPr marL="0" lvl="0" indent="0" algn="ctr" rtl="0">
                        <a:lnSpc>
                          <a:spcPct val="115000"/>
                        </a:lnSpc>
                        <a:spcBef>
                          <a:spcPts val="0"/>
                        </a:spcBef>
                        <a:spcAft>
                          <a:spcPts val="0"/>
                        </a:spcAft>
                        <a:buNone/>
                      </a:pPr>
                      <a:r>
                        <a:rPr lang="en" sz="1000">
                          <a:solidFill>
                            <a:srgbClr val="FF0000"/>
                          </a:solidFill>
                        </a:rPr>
                        <a:t>5</a:t>
                      </a:r>
                      <a:endParaRPr sz="1000">
                        <a:solidFill>
                          <a:srgbClr val="FF0000"/>
                        </a:solidFill>
                      </a:endParaRPr>
                    </a:p>
                  </a:txBody>
                  <a:tcPr marL="28575" marR="28575" marT="19050" marB="19050" anchor="b">
                    <a:lnL w="9525" cap="flat" cmpd="sng">
                      <a:solidFill>
                        <a:srgbClr val="CCCCCC"/>
                      </a:solidFill>
                      <a:prstDash val="solid"/>
                      <a:round/>
                      <a:headEnd type="none" w="sm" len="sm"/>
                      <a:tailEnd type="none" w="sm" len="sm"/>
                    </a:lnL>
                    <a:lnR w="9525" cap="flat" cmpd="sng">
                      <a:solidFill>
                        <a:srgbClr val="CCCCCC"/>
                      </a:solidFill>
                      <a:prstDash val="solid"/>
                      <a:round/>
                      <a:headEnd type="none" w="sm" len="sm"/>
                      <a:tailEnd type="none" w="sm" len="sm"/>
                    </a:lnR>
                    <a:lnT w="9525" cap="flat" cmpd="sng">
                      <a:solidFill>
                        <a:srgbClr val="CCCCCC"/>
                      </a:solidFill>
                      <a:prstDash val="solid"/>
                      <a:round/>
                      <a:headEnd type="none" w="sm" len="sm"/>
                      <a:tailEnd type="none" w="sm" len="sm"/>
                    </a:lnT>
                    <a:lnB w="9525" cap="flat" cmpd="sng">
                      <a:solidFill>
                        <a:srgbClr val="CCCCCC"/>
                      </a:solidFill>
                      <a:prstDash val="solid"/>
                      <a:round/>
                      <a:headEnd type="none" w="sm" len="sm"/>
                      <a:tailEnd type="none" w="sm" len="sm"/>
                    </a:lnB>
                  </a:tcPr>
                </a:tc>
                <a:tc>
                  <a:txBody>
                    <a:bodyPr/>
                    <a:lstStyle/>
                    <a:p>
                      <a:pPr marL="0" lvl="0" indent="0" algn="ctr" rtl="0">
                        <a:lnSpc>
                          <a:spcPct val="115000"/>
                        </a:lnSpc>
                        <a:spcBef>
                          <a:spcPts val="0"/>
                        </a:spcBef>
                        <a:spcAft>
                          <a:spcPts val="0"/>
                        </a:spcAft>
                        <a:buNone/>
                      </a:pPr>
                      <a:r>
                        <a:rPr lang="en" sz="1000"/>
                        <a:t>6</a:t>
                      </a:r>
                      <a:endParaRPr sz="1000"/>
                    </a:p>
                  </a:txBody>
                  <a:tcPr marL="28575" marR="28575" marT="19050" marB="19050" anchor="b">
                    <a:lnL w="9525" cap="flat" cmpd="sng">
                      <a:solidFill>
                        <a:srgbClr val="CCCCCC"/>
                      </a:solidFill>
                      <a:prstDash val="solid"/>
                      <a:round/>
                      <a:headEnd type="none" w="sm" len="sm"/>
                      <a:tailEnd type="none" w="sm" len="sm"/>
                    </a:lnL>
                    <a:lnR w="9525" cap="flat" cmpd="sng">
                      <a:solidFill>
                        <a:srgbClr val="CCCCCC"/>
                      </a:solidFill>
                      <a:prstDash val="solid"/>
                      <a:round/>
                      <a:headEnd type="none" w="sm" len="sm"/>
                      <a:tailEnd type="none" w="sm" len="sm"/>
                    </a:lnR>
                    <a:lnT w="9525" cap="flat" cmpd="sng">
                      <a:solidFill>
                        <a:srgbClr val="CCCCCC"/>
                      </a:solidFill>
                      <a:prstDash val="solid"/>
                      <a:round/>
                      <a:headEnd type="none" w="sm" len="sm"/>
                      <a:tailEnd type="none" w="sm" len="sm"/>
                    </a:lnT>
                    <a:lnB w="9525" cap="flat" cmpd="sng">
                      <a:solidFill>
                        <a:srgbClr val="CCCCCC"/>
                      </a:solidFill>
                      <a:prstDash val="solid"/>
                      <a:round/>
                      <a:headEnd type="none" w="sm" len="sm"/>
                      <a:tailEnd type="none" w="sm" len="sm"/>
                    </a:lnB>
                  </a:tcPr>
                </a:tc>
                <a:tc>
                  <a:txBody>
                    <a:bodyPr/>
                    <a:lstStyle/>
                    <a:p>
                      <a:pPr marL="0" lvl="0" indent="0" algn="ctr" rtl="0">
                        <a:lnSpc>
                          <a:spcPct val="115000"/>
                        </a:lnSpc>
                        <a:spcBef>
                          <a:spcPts val="0"/>
                        </a:spcBef>
                        <a:spcAft>
                          <a:spcPts val="0"/>
                        </a:spcAft>
                        <a:buNone/>
                      </a:pPr>
                      <a:r>
                        <a:rPr lang="en" sz="1000"/>
                        <a:t>7</a:t>
                      </a:r>
                      <a:endParaRPr sz="1000"/>
                    </a:p>
                  </a:txBody>
                  <a:tcPr marL="28575" marR="28575" marT="19050" marB="19050" anchor="b">
                    <a:lnL w="9525" cap="flat" cmpd="sng">
                      <a:solidFill>
                        <a:srgbClr val="CCCCCC"/>
                      </a:solidFill>
                      <a:prstDash val="solid"/>
                      <a:round/>
                      <a:headEnd type="none" w="sm" len="sm"/>
                      <a:tailEnd type="none" w="sm" len="sm"/>
                    </a:lnL>
                    <a:lnR w="9525" cap="flat" cmpd="sng">
                      <a:solidFill>
                        <a:srgbClr val="CCCCCC"/>
                      </a:solidFill>
                      <a:prstDash val="solid"/>
                      <a:round/>
                      <a:headEnd type="none" w="sm" len="sm"/>
                      <a:tailEnd type="none" w="sm" len="sm"/>
                    </a:lnR>
                    <a:lnT w="9525" cap="flat" cmpd="sng">
                      <a:solidFill>
                        <a:srgbClr val="CCCCCC"/>
                      </a:solidFill>
                      <a:prstDash val="solid"/>
                      <a:round/>
                      <a:headEnd type="none" w="sm" len="sm"/>
                      <a:tailEnd type="none" w="sm" len="sm"/>
                    </a:lnT>
                    <a:lnB w="9525" cap="flat" cmpd="sng">
                      <a:solidFill>
                        <a:srgbClr val="CCCCCC"/>
                      </a:solidFill>
                      <a:prstDash val="solid"/>
                      <a:round/>
                      <a:headEnd type="none" w="sm" len="sm"/>
                      <a:tailEnd type="none" w="sm" len="sm"/>
                    </a:lnB>
                  </a:tcPr>
                </a:tc>
                <a:tc>
                  <a:txBody>
                    <a:bodyPr/>
                    <a:lstStyle/>
                    <a:p>
                      <a:pPr marL="0" lvl="0" indent="0" algn="ctr" rtl="0">
                        <a:lnSpc>
                          <a:spcPct val="115000"/>
                        </a:lnSpc>
                        <a:spcBef>
                          <a:spcPts val="0"/>
                        </a:spcBef>
                        <a:spcAft>
                          <a:spcPts val="0"/>
                        </a:spcAft>
                        <a:buNone/>
                      </a:pPr>
                      <a:r>
                        <a:rPr lang="en" sz="1000" dirty="0">
                          <a:solidFill>
                            <a:srgbClr val="FF0000"/>
                          </a:solidFill>
                        </a:rPr>
                        <a:t>8</a:t>
                      </a:r>
                      <a:endParaRPr sz="1000" dirty="0">
                        <a:solidFill>
                          <a:srgbClr val="FF0000"/>
                        </a:solidFill>
                      </a:endParaRPr>
                    </a:p>
                  </a:txBody>
                  <a:tcPr marL="28575" marR="28575" marT="19050" marB="19050" anchor="b">
                    <a:lnL w="9525" cap="flat" cmpd="sng">
                      <a:solidFill>
                        <a:srgbClr val="CCCCCC"/>
                      </a:solidFill>
                      <a:prstDash val="solid"/>
                      <a:round/>
                      <a:headEnd type="none" w="sm" len="sm"/>
                      <a:tailEnd type="none" w="sm" len="sm"/>
                    </a:lnL>
                    <a:lnR w="9525" cap="flat" cmpd="sng">
                      <a:solidFill>
                        <a:srgbClr val="CCCCCC"/>
                      </a:solidFill>
                      <a:prstDash val="solid"/>
                      <a:round/>
                      <a:headEnd type="none" w="sm" len="sm"/>
                      <a:tailEnd type="none" w="sm" len="sm"/>
                    </a:lnR>
                    <a:lnT w="9525" cap="flat" cmpd="sng">
                      <a:solidFill>
                        <a:srgbClr val="CCCCCC"/>
                      </a:solidFill>
                      <a:prstDash val="solid"/>
                      <a:round/>
                      <a:headEnd type="none" w="sm" len="sm"/>
                      <a:tailEnd type="none" w="sm" len="sm"/>
                    </a:lnT>
                    <a:lnB w="9525" cap="flat" cmpd="sng">
                      <a:solidFill>
                        <a:srgbClr val="CCCCCC"/>
                      </a:solidFill>
                      <a:prstDash val="solid"/>
                      <a:round/>
                      <a:headEnd type="none" w="sm" len="sm"/>
                      <a:tailEnd type="none" w="sm" len="sm"/>
                    </a:lnB>
                  </a:tcPr>
                </a:tc>
                <a:tc>
                  <a:txBody>
                    <a:bodyPr/>
                    <a:lstStyle/>
                    <a:p>
                      <a:pPr marL="0" lvl="0" indent="0" algn="ctr" rtl="0">
                        <a:lnSpc>
                          <a:spcPct val="115000"/>
                        </a:lnSpc>
                        <a:spcBef>
                          <a:spcPts val="0"/>
                        </a:spcBef>
                        <a:spcAft>
                          <a:spcPts val="0"/>
                        </a:spcAft>
                        <a:buNone/>
                      </a:pPr>
                      <a:r>
                        <a:rPr lang="en" sz="1000" dirty="0">
                          <a:solidFill>
                            <a:schemeClr val="tx1"/>
                          </a:solidFill>
                        </a:rPr>
                        <a:t>9</a:t>
                      </a:r>
                      <a:endParaRPr sz="1000" dirty="0">
                        <a:solidFill>
                          <a:schemeClr val="tx1"/>
                        </a:solidFill>
                      </a:endParaRPr>
                    </a:p>
                  </a:txBody>
                  <a:tcPr marL="28575" marR="28575" marT="19050" marB="19050" anchor="b">
                    <a:lnL w="9525" cap="flat" cmpd="sng">
                      <a:solidFill>
                        <a:srgbClr val="CCCCCC"/>
                      </a:solidFill>
                      <a:prstDash val="solid"/>
                      <a:round/>
                      <a:headEnd type="none" w="sm" len="sm"/>
                      <a:tailEnd type="none" w="sm" len="sm"/>
                    </a:lnL>
                    <a:lnR w="9525" cap="flat" cmpd="sng">
                      <a:solidFill>
                        <a:srgbClr val="CCCCCC"/>
                      </a:solidFill>
                      <a:prstDash val="solid"/>
                      <a:round/>
                      <a:headEnd type="none" w="sm" len="sm"/>
                      <a:tailEnd type="none" w="sm" len="sm"/>
                    </a:lnR>
                    <a:lnT w="9525" cap="flat" cmpd="sng">
                      <a:solidFill>
                        <a:srgbClr val="CCCCCC"/>
                      </a:solidFill>
                      <a:prstDash val="solid"/>
                      <a:round/>
                      <a:headEnd type="none" w="sm" len="sm"/>
                      <a:tailEnd type="none" w="sm" len="sm"/>
                    </a:lnT>
                    <a:lnB w="9525" cap="flat" cmpd="sng">
                      <a:solidFill>
                        <a:srgbClr val="CCCCCC"/>
                      </a:solidFill>
                      <a:prstDash val="solid"/>
                      <a:round/>
                      <a:headEnd type="none" w="sm" len="sm"/>
                      <a:tailEnd type="none" w="sm" len="sm"/>
                    </a:lnB>
                  </a:tcPr>
                </a:tc>
                <a:tc>
                  <a:txBody>
                    <a:bodyPr/>
                    <a:lstStyle/>
                    <a:p>
                      <a:pPr marL="0" lvl="0" indent="0" algn="ctr" rtl="0">
                        <a:lnSpc>
                          <a:spcPct val="115000"/>
                        </a:lnSpc>
                        <a:spcBef>
                          <a:spcPts val="0"/>
                        </a:spcBef>
                        <a:spcAft>
                          <a:spcPts val="0"/>
                        </a:spcAft>
                        <a:buNone/>
                      </a:pPr>
                      <a:r>
                        <a:rPr lang="en" sz="1000"/>
                        <a:t>10</a:t>
                      </a:r>
                      <a:endParaRPr sz="1000"/>
                    </a:p>
                  </a:txBody>
                  <a:tcPr marL="28575" marR="28575" marT="19050" marB="19050" anchor="b">
                    <a:lnL w="9525" cap="flat" cmpd="sng">
                      <a:solidFill>
                        <a:srgbClr val="CCCCCC"/>
                      </a:solidFill>
                      <a:prstDash val="solid"/>
                      <a:round/>
                      <a:headEnd type="none" w="sm" len="sm"/>
                      <a:tailEnd type="none" w="sm" len="sm"/>
                    </a:lnL>
                    <a:lnR w="9525" cap="flat" cmpd="sng">
                      <a:solidFill>
                        <a:srgbClr val="CCCCCC"/>
                      </a:solidFill>
                      <a:prstDash val="solid"/>
                      <a:round/>
                      <a:headEnd type="none" w="sm" len="sm"/>
                      <a:tailEnd type="none" w="sm" len="sm"/>
                    </a:lnR>
                    <a:lnT w="9525" cap="flat" cmpd="sng">
                      <a:solidFill>
                        <a:srgbClr val="CCCCCC"/>
                      </a:solidFill>
                      <a:prstDash val="solid"/>
                      <a:round/>
                      <a:headEnd type="none" w="sm" len="sm"/>
                      <a:tailEnd type="none" w="sm" len="sm"/>
                    </a:lnT>
                    <a:lnB w="9525" cap="flat" cmpd="sng">
                      <a:solidFill>
                        <a:srgbClr val="CCCCCC"/>
                      </a:solidFill>
                      <a:prstDash val="solid"/>
                      <a:round/>
                      <a:headEnd type="none" w="sm" len="sm"/>
                      <a:tailEnd type="none" w="sm" len="sm"/>
                    </a:lnB>
                  </a:tcPr>
                </a:tc>
                <a:tc>
                  <a:txBody>
                    <a:bodyPr/>
                    <a:lstStyle/>
                    <a:p>
                      <a:pPr marL="0" lvl="0" indent="0" algn="ctr" rtl="0">
                        <a:lnSpc>
                          <a:spcPct val="115000"/>
                        </a:lnSpc>
                        <a:spcBef>
                          <a:spcPts val="0"/>
                        </a:spcBef>
                        <a:spcAft>
                          <a:spcPts val="0"/>
                        </a:spcAft>
                        <a:buNone/>
                      </a:pPr>
                      <a:r>
                        <a:rPr lang="en" sz="1000" dirty="0">
                          <a:solidFill>
                            <a:srgbClr val="FF0000"/>
                          </a:solidFill>
                        </a:rPr>
                        <a:t>11</a:t>
                      </a:r>
                      <a:endParaRPr sz="1000" dirty="0">
                        <a:solidFill>
                          <a:srgbClr val="FF0000"/>
                        </a:solidFill>
                      </a:endParaRPr>
                    </a:p>
                  </a:txBody>
                  <a:tcPr marL="28575" marR="28575" marT="19050" marB="19050" anchor="b">
                    <a:lnL w="9525" cap="flat" cmpd="sng">
                      <a:solidFill>
                        <a:srgbClr val="CCCCCC"/>
                      </a:solidFill>
                      <a:prstDash val="solid"/>
                      <a:round/>
                      <a:headEnd type="none" w="sm" len="sm"/>
                      <a:tailEnd type="none" w="sm" len="sm"/>
                    </a:lnL>
                    <a:lnR w="9525" cap="flat" cmpd="sng">
                      <a:solidFill>
                        <a:srgbClr val="CCCCCC"/>
                      </a:solidFill>
                      <a:prstDash val="solid"/>
                      <a:round/>
                      <a:headEnd type="none" w="sm" len="sm"/>
                      <a:tailEnd type="none" w="sm" len="sm"/>
                    </a:lnR>
                    <a:lnT w="9525" cap="flat" cmpd="sng">
                      <a:solidFill>
                        <a:srgbClr val="CCCCCC"/>
                      </a:solidFill>
                      <a:prstDash val="solid"/>
                      <a:round/>
                      <a:headEnd type="none" w="sm" len="sm"/>
                      <a:tailEnd type="none" w="sm" len="sm"/>
                    </a:lnT>
                    <a:lnB w="9525" cap="flat" cmpd="sng">
                      <a:solidFill>
                        <a:srgbClr val="CCCCCC"/>
                      </a:solidFill>
                      <a:prstDash val="solid"/>
                      <a:round/>
                      <a:headEnd type="none" w="sm" len="sm"/>
                      <a:tailEnd type="none" w="sm" len="sm"/>
                    </a:lnB>
                  </a:tcPr>
                </a:tc>
                <a:tc>
                  <a:txBody>
                    <a:bodyPr/>
                    <a:lstStyle/>
                    <a:p>
                      <a:pPr marL="0" lvl="0" indent="0" algn="ctr" rtl="0">
                        <a:lnSpc>
                          <a:spcPct val="115000"/>
                        </a:lnSpc>
                        <a:spcBef>
                          <a:spcPts val="0"/>
                        </a:spcBef>
                        <a:spcAft>
                          <a:spcPts val="0"/>
                        </a:spcAft>
                        <a:buNone/>
                      </a:pPr>
                      <a:r>
                        <a:rPr lang="en" sz="1000"/>
                        <a:t>12</a:t>
                      </a:r>
                      <a:endParaRPr sz="1000"/>
                    </a:p>
                  </a:txBody>
                  <a:tcPr marL="28575" marR="28575" marT="19050" marB="19050" anchor="b">
                    <a:lnL w="9525" cap="flat" cmpd="sng">
                      <a:solidFill>
                        <a:srgbClr val="CCCCCC"/>
                      </a:solidFill>
                      <a:prstDash val="solid"/>
                      <a:round/>
                      <a:headEnd type="none" w="sm" len="sm"/>
                      <a:tailEnd type="none" w="sm" len="sm"/>
                    </a:lnL>
                    <a:lnR w="9525" cap="flat" cmpd="sng">
                      <a:solidFill>
                        <a:srgbClr val="CCCCCC"/>
                      </a:solidFill>
                      <a:prstDash val="solid"/>
                      <a:round/>
                      <a:headEnd type="none" w="sm" len="sm"/>
                      <a:tailEnd type="none" w="sm" len="sm"/>
                    </a:lnR>
                    <a:lnT w="9525" cap="flat" cmpd="sng">
                      <a:solidFill>
                        <a:srgbClr val="CCCCCC"/>
                      </a:solidFill>
                      <a:prstDash val="solid"/>
                      <a:round/>
                      <a:headEnd type="none" w="sm" len="sm"/>
                      <a:tailEnd type="none" w="sm" len="sm"/>
                    </a:lnT>
                    <a:lnB w="9525" cap="flat" cmpd="sng">
                      <a:solidFill>
                        <a:srgbClr val="CCCCCC"/>
                      </a:solidFill>
                      <a:prstDash val="solid"/>
                      <a:round/>
                      <a:headEnd type="none" w="sm" len="sm"/>
                      <a:tailEnd type="none" w="sm" len="sm"/>
                    </a:lnB>
                  </a:tcPr>
                </a:tc>
                <a:tc>
                  <a:txBody>
                    <a:bodyPr/>
                    <a:lstStyle/>
                    <a:p>
                      <a:pPr marL="0" lvl="0" indent="0" algn="ctr" rtl="0">
                        <a:lnSpc>
                          <a:spcPct val="115000"/>
                        </a:lnSpc>
                        <a:spcBef>
                          <a:spcPts val="0"/>
                        </a:spcBef>
                        <a:spcAft>
                          <a:spcPts val="0"/>
                        </a:spcAft>
                        <a:buNone/>
                      </a:pPr>
                      <a:r>
                        <a:rPr lang="en" sz="1000" dirty="0">
                          <a:solidFill>
                            <a:schemeClr val="tx1"/>
                          </a:solidFill>
                        </a:rPr>
                        <a:t>13</a:t>
                      </a:r>
                      <a:endParaRPr sz="1000" dirty="0">
                        <a:solidFill>
                          <a:schemeClr val="tx1"/>
                        </a:solidFill>
                      </a:endParaRPr>
                    </a:p>
                  </a:txBody>
                  <a:tcPr marL="28575" marR="28575" marT="19050" marB="19050" anchor="b">
                    <a:lnL w="9525" cap="flat" cmpd="sng">
                      <a:solidFill>
                        <a:srgbClr val="CCCCCC"/>
                      </a:solidFill>
                      <a:prstDash val="solid"/>
                      <a:round/>
                      <a:headEnd type="none" w="sm" len="sm"/>
                      <a:tailEnd type="none" w="sm" len="sm"/>
                    </a:lnL>
                    <a:lnR w="9525" cap="flat" cmpd="sng">
                      <a:solidFill>
                        <a:srgbClr val="CCCCCC"/>
                      </a:solidFill>
                      <a:prstDash val="solid"/>
                      <a:round/>
                      <a:headEnd type="none" w="sm" len="sm"/>
                      <a:tailEnd type="none" w="sm" len="sm"/>
                    </a:lnR>
                    <a:lnT w="9525" cap="flat" cmpd="sng">
                      <a:solidFill>
                        <a:srgbClr val="CCCCCC"/>
                      </a:solidFill>
                      <a:prstDash val="solid"/>
                      <a:round/>
                      <a:headEnd type="none" w="sm" len="sm"/>
                      <a:tailEnd type="none" w="sm" len="sm"/>
                    </a:lnT>
                    <a:lnB w="9525" cap="flat" cmpd="sng">
                      <a:solidFill>
                        <a:srgbClr val="CCCCCC"/>
                      </a:solidFill>
                      <a:prstDash val="solid"/>
                      <a:round/>
                      <a:headEnd type="none" w="sm" len="sm"/>
                      <a:tailEnd type="none" w="sm" len="sm"/>
                    </a:lnB>
                  </a:tcPr>
                </a:tc>
                <a:tc>
                  <a:txBody>
                    <a:bodyPr/>
                    <a:lstStyle/>
                    <a:p>
                      <a:pPr marL="0" lvl="0" indent="0" algn="ctr" rtl="0">
                        <a:lnSpc>
                          <a:spcPct val="115000"/>
                        </a:lnSpc>
                        <a:spcBef>
                          <a:spcPts val="0"/>
                        </a:spcBef>
                        <a:spcAft>
                          <a:spcPts val="0"/>
                        </a:spcAft>
                        <a:buNone/>
                      </a:pPr>
                      <a:r>
                        <a:rPr lang="en" sz="1000" dirty="0">
                          <a:solidFill>
                            <a:srgbClr val="FF0000"/>
                          </a:solidFill>
                        </a:rPr>
                        <a:t>14</a:t>
                      </a:r>
                      <a:endParaRPr sz="1000" dirty="0">
                        <a:solidFill>
                          <a:srgbClr val="FF0000"/>
                        </a:solidFill>
                      </a:endParaRPr>
                    </a:p>
                  </a:txBody>
                  <a:tcPr marL="28575" marR="28575" marT="19050" marB="19050" anchor="b">
                    <a:lnL w="9525" cap="flat" cmpd="sng">
                      <a:solidFill>
                        <a:srgbClr val="CCCCCC"/>
                      </a:solidFill>
                      <a:prstDash val="solid"/>
                      <a:round/>
                      <a:headEnd type="none" w="sm" len="sm"/>
                      <a:tailEnd type="none" w="sm" len="sm"/>
                    </a:lnL>
                    <a:lnR w="9525" cap="flat" cmpd="sng">
                      <a:solidFill>
                        <a:srgbClr val="CCCCCC"/>
                      </a:solidFill>
                      <a:prstDash val="solid"/>
                      <a:round/>
                      <a:headEnd type="none" w="sm" len="sm"/>
                      <a:tailEnd type="none" w="sm" len="sm"/>
                    </a:lnR>
                    <a:lnT w="9525" cap="flat" cmpd="sng">
                      <a:solidFill>
                        <a:srgbClr val="CCCCCC"/>
                      </a:solidFill>
                      <a:prstDash val="solid"/>
                      <a:round/>
                      <a:headEnd type="none" w="sm" len="sm"/>
                      <a:tailEnd type="none" w="sm" len="sm"/>
                    </a:lnT>
                    <a:lnB w="9525" cap="flat" cmpd="sng">
                      <a:solidFill>
                        <a:srgbClr val="CCCCCC"/>
                      </a:solidFill>
                      <a:prstDash val="solid"/>
                      <a:round/>
                      <a:headEnd type="none" w="sm" len="sm"/>
                      <a:tailEnd type="none" w="sm" len="sm"/>
                    </a:lnB>
                  </a:tcPr>
                </a:tc>
                <a:extLst>
                  <a:ext uri="{0D108BD9-81ED-4DB2-BD59-A6C34878D82A}">
                    <a16:rowId xmlns:a16="http://schemas.microsoft.com/office/drawing/2014/main" val="10000"/>
                  </a:ext>
                </a:extLst>
              </a:tr>
              <a:tr h="501600">
                <a:tc>
                  <a:txBody>
                    <a:bodyPr/>
                    <a:lstStyle/>
                    <a:p>
                      <a:pPr marL="0" lvl="0" indent="0" algn="l" rtl="0">
                        <a:lnSpc>
                          <a:spcPct val="115000"/>
                        </a:lnSpc>
                        <a:spcBef>
                          <a:spcPts val="0"/>
                        </a:spcBef>
                        <a:spcAft>
                          <a:spcPts val="0"/>
                        </a:spcAft>
                        <a:buNone/>
                      </a:pPr>
                      <a:r>
                        <a:rPr lang="en" sz="1000"/>
                        <a:t>1. L.D</a:t>
                      </a:r>
                      <a:endParaRPr sz="1000"/>
                    </a:p>
                  </a:txBody>
                  <a:tcPr marL="28575" marR="28575" marT="19050" marB="19050" anchor="b">
                    <a:lnL w="9525" cap="flat" cmpd="sng">
                      <a:solidFill>
                        <a:srgbClr val="CCCCCC"/>
                      </a:solidFill>
                      <a:prstDash val="solid"/>
                      <a:round/>
                      <a:headEnd type="none" w="sm" len="sm"/>
                      <a:tailEnd type="none" w="sm" len="sm"/>
                    </a:lnL>
                    <a:lnR w="9525" cap="flat" cmpd="sng">
                      <a:solidFill>
                        <a:srgbClr val="CCCCCC"/>
                      </a:solidFill>
                      <a:prstDash val="solid"/>
                      <a:round/>
                      <a:headEnd type="none" w="sm" len="sm"/>
                      <a:tailEnd type="none" w="sm" len="sm"/>
                    </a:lnR>
                    <a:lnT w="9525" cap="flat" cmpd="sng">
                      <a:solidFill>
                        <a:srgbClr val="CCCCCC"/>
                      </a:solidFill>
                      <a:prstDash val="solid"/>
                      <a:round/>
                      <a:headEnd type="none" w="sm" len="sm"/>
                      <a:tailEnd type="none" w="sm" len="sm"/>
                    </a:lnT>
                    <a:lnB w="9525" cap="flat" cmpd="sng">
                      <a:solidFill>
                        <a:srgbClr val="CCCCCC"/>
                      </a:solidFill>
                      <a:prstDash val="solid"/>
                      <a:round/>
                      <a:headEnd type="none" w="sm" len="sm"/>
                      <a:tailEnd type="none" w="sm" len="sm"/>
                    </a:lnB>
                  </a:tcPr>
                </a:tc>
                <a:tc>
                  <a:txBody>
                    <a:bodyPr/>
                    <a:lstStyle/>
                    <a:p>
                      <a:pPr marL="0" lvl="0" indent="0" algn="ctr" rtl="0">
                        <a:lnSpc>
                          <a:spcPct val="115000"/>
                        </a:lnSpc>
                        <a:spcBef>
                          <a:spcPts val="0"/>
                        </a:spcBef>
                        <a:spcAft>
                          <a:spcPts val="0"/>
                        </a:spcAft>
                        <a:buNone/>
                      </a:pPr>
                      <a:r>
                        <a:rPr lang="en" sz="1000"/>
                        <a:t>IF</a:t>
                      </a:r>
                      <a:endParaRPr sz="1000"/>
                    </a:p>
                  </a:txBody>
                  <a:tcPr marL="28575" marR="28575" marT="19050" marB="19050" anchor="b">
                    <a:lnL w="9525" cap="flat" cmpd="sng">
                      <a:solidFill>
                        <a:srgbClr val="CCCCCC"/>
                      </a:solidFill>
                      <a:prstDash val="solid"/>
                      <a:round/>
                      <a:headEnd type="none" w="sm" len="sm"/>
                      <a:tailEnd type="none" w="sm" len="sm"/>
                    </a:lnL>
                    <a:lnR w="9525" cap="flat" cmpd="sng">
                      <a:solidFill>
                        <a:srgbClr val="CCCCCC"/>
                      </a:solidFill>
                      <a:prstDash val="solid"/>
                      <a:round/>
                      <a:headEnd type="none" w="sm" len="sm"/>
                      <a:tailEnd type="none" w="sm" len="sm"/>
                    </a:lnR>
                    <a:lnT w="9525" cap="flat" cmpd="sng">
                      <a:solidFill>
                        <a:srgbClr val="CCCCCC"/>
                      </a:solidFill>
                      <a:prstDash val="solid"/>
                      <a:round/>
                      <a:headEnd type="none" w="sm" len="sm"/>
                      <a:tailEnd type="none" w="sm" len="sm"/>
                    </a:lnT>
                    <a:lnB w="9525" cap="flat" cmpd="sng">
                      <a:solidFill>
                        <a:srgbClr val="CCCCCC"/>
                      </a:solidFill>
                      <a:prstDash val="solid"/>
                      <a:round/>
                      <a:headEnd type="none" w="sm" len="sm"/>
                      <a:tailEnd type="none" w="sm" len="sm"/>
                    </a:lnB>
                  </a:tcPr>
                </a:tc>
                <a:tc>
                  <a:txBody>
                    <a:bodyPr/>
                    <a:lstStyle/>
                    <a:p>
                      <a:pPr marL="0" lvl="0" indent="0" algn="ctr" rtl="0">
                        <a:lnSpc>
                          <a:spcPct val="115000"/>
                        </a:lnSpc>
                        <a:spcBef>
                          <a:spcPts val="0"/>
                        </a:spcBef>
                        <a:spcAft>
                          <a:spcPts val="0"/>
                        </a:spcAft>
                        <a:buNone/>
                      </a:pPr>
                      <a:r>
                        <a:rPr lang="en" sz="1000"/>
                        <a:t>ID</a:t>
                      </a:r>
                      <a:endParaRPr sz="1000"/>
                    </a:p>
                  </a:txBody>
                  <a:tcPr marL="28575" marR="28575" marT="19050" marB="19050" anchor="b">
                    <a:lnL w="9525" cap="flat" cmpd="sng">
                      <a:solidFill>
                        <a:srgbClr val="CCCCCC"/>
                      </a:solidFill>
                      <a:prstDash val="solid"/>
                      <a:round/>
                      <a:headEnd type="none" w="sm" len="sm"/>
                      <a:tailEnd type="none" w="sm" len="sm"/>
                    </a:lnL>
                    <a:lnR w="9525" cap="flat" cmpd="sng">
                      <a:solidFill>
                        <a:srgbClr val="CCCCCC"/>
                      </a:solidFill>
                      <a:prstDash val="solid"/>
                      <a:round/>
                      <a:headEnd type="none" w="sm" len="sm"/>
                      <a:tailEnd type="none" w="sm" len="sm"/>
                    </a:lnR>
                    <a:lnT w="9525" cap="flat" cmpd="sng">
                      <a:solidFill>
                        <a:srgbClr val="CCCCCC"/>
                      </a:solidFill>
                      <a:prstDash val="solid"/>
                      <a:round/>
                      <a:headEnd type="none" w="sm" len="sm"/>
                      <a:tailEnd type="none" w="sm" len="sm"/>
                    </a:lnT>
                    <a:lnB w="9525" cap="flat" cmpd="sng">
                      <a:solidFill>
                        <a:srgbClr val="CCCCCC"/>
                      </a:solidFill>
                      <a:prstDash val="solid"/>
                      <a:round/>
                      <a:headEnd type="none" w="sm" len="sm"/>
                      <a:tailEnd type="none" w="sm" len="sm"/>
                    </a:lnB>
                  </a:tcPr>
                </a:tc>
                <a:tc>
                  <a:txBody>
                    <a:bodyPr/>
                    <a:lstStyle/>
                    <a:p>
                      <a:pPr marL="0" lvl="0" indent="0" algn="ctr" rtl="0">
                        <a:lnSpc>
                          <a:spcPct val="115000"/>
                        </a:lnSpc>
                        <a:spcBef>
                          <a:spcPts val="0"/>
                        </a:spcBef>
                        <a:spcAft>
                          <a:spcPts val="0"/>
                        </a:spcAft>
                        <a:buNone/>
                      </a:pPr>
                      <a:r>
                        <a:rPr lang="en" sz="1000"/>
                        <a:t>EX</a:t>
                      </a:r>
                      <a:endParaRPr sz="1000"/>
                    </a:p>
                  </a:txBody>
                  <a:tcPr marL="28575" marR="28575" marT="19050" marB="19050" anchor="b">
                    <a:lnL w="9525" cap="flat" cmpd="sng">
                      <a:solidFill>
                        <a:srgbClr val="CCCCCC"/>
                      </a:solidFill>
                      <a:prstDash val="solid"/>
                      <a:round/>
                      <a:headEnd type="none" w="sm" len="sm"/>
                      <a:tailEnd type="none" w="sm" len="sm"/>
                    </a:lnL>
                    <a:lnR w="9525" cap="flat" cmpd="sng">
                      <a:solidFill>
                        <a:srgbClr val="CCCCCC"/>
                      </a:solidFill>
                      <a:prstDash val="solid"/>
                      <a:round/>
                      <a:headEnd type="none" w="sm" len="sm"/>
                      <a:tailEnd type="none" w="sm" len="sm"/>
                    </a:lnR>
                    <a:lnT w="9525" cap="flat" cmpd="sng">
                      <a:solidFill>
                        <a:srgbClr val="CCCCCC"/>
                      </a:solidFill>
                      <a:prstDash val="solid"/>
                      <a:round/>
                      <a:headEnd type="none" w="sm" len="sm"/>
                      <a:tailEnd type="none" w="sm" len="sm"/>
                    </a:lnT>
                    <a:lnB w="9525" cap="flat" cmpd="sng">
                      <a:solidFill>
                        <a:srgbClr val="CCCCCC"/>
                      </a:solidFill>
                      <a:prstDash val="solid"/>
                      <a:round/>
                      <a:headEnd type="none" w="sm" len="sm"/>
                      <a:tailEnd type="none" w="sm" len="sm"/>
                    </a:lnB>
                  </a:tcPr>
                </a:tc>
                <a:tc>
                  <a:txBody>
                    <a:bodyPr/>
                    <a:lstStyle/>
                    <a:p>
                      <a:pPr marL="0" lvl="0" indent="0" algn="ctr" rtl="0">
                        <a:lnSpc>
                          <a:spcPct val="115000"/>
                        </a:lnSpc>
                        <a:spcBef>
                          <a:spcPts val="0"/>
                        </a:spcBef>
                        <a:spcAft>
                          <a:spcPts val="0"/>
                        </a:spcAft>
                        <a:buNone/>
                      </a:pPr>
                      <a:r>
                        <a:rPr lang="en" sz="1000" dirty="0"/>
                        <a:t>ME</a:t>
                      </a:r>
                      <a:endParaRPr sz="1000" dirty="0"/>
                    </a:p>
                  </a:txBody>
                  <a:tcPr marL="28575" marR="28575" marT="19050" marB="19050" anchor="b">
                    <a:lnL w="9525" cap="flat" cmpd="sng">
                      <a:solidFill>
                        <a:srgbClr val="CCCCCC"/>
                      </a:solidFill>
                      <a:prstDash val="solid"/>
                      <a:round/>
                      <a:headEnd type="none" w="sm" len="sm"/>
                      <a:tailEnd type="none" w="sm" len="sm"/>
                    </a:lnL>
                    <a:lnR w="9525" cap="flat" cmpd="sng">
                      <a:solidFill>
                        <a:srgbClr val="CCCCCC"/>
                      </a:solidFill>
                      <a:prstDash val="solid"/>
                      <a:round/>
                      <a:headEnd type="none" w="sm" len="sm"/>
                      <a:tailEnd type="none" w="sm" len="sm"/>
                    </a:lnR>
                    <a:lnT w="9525" cap="flat" cmpd="sng">
                      <a:solidFill>
                        <a:srgbClr val="CCCCCC"/>
                      </a:solidFill>
                      <a:prstDash val="solid"/>
                      <a:round/>
                      <a:headEnd type="none" w="sm" len="sm"/>
                      <a:tailEnd type="none" w="sm" len="sm"/>
                    </a:lnT>
                    <a:lnB w="9525" cap="flat" cmpd="sng">
                      <a:solidFill>
                        <a:srgbClr val="CCCCCC"/>
                      </a:solidFill>
                      <a:prstDash val="solid"/>
                      <a:round/>
                      <a:headEnd type="none" w="sm" len="sm"/>
                      <a:tailEnd type="none" w="sm" len="sm"/>
                    </a:lnB>
                  </a:tcPr>
                </a:tc>
                <a:tc>
                  <a:txBody>
                    <a:bodyPr/>
                    <a:lstStyle/>
                    <a:p>
                      <a:pPr marL="0" lvl="0" indent="0" algn="ctr" rtl="0">
                        <a:lnSpc>
                          <a:spcPct val="115000"/>
                        </a:lnSpc>
                        <a:spcBef>
                          <a:spcPts val="0"/>
                        </a:spcBef>
                        <a:spcAft>
                          <a:spcPts val="0"/>
                        </a:spcAft>
                        <a:buNone/>
                      </a:pPr>
                      <a:r>
                        <a:rPr lang="en" sz="1000" dirty="0"/>
                        <a:t>WB</a:t>
                      </a:r>
                      <a:endParaRPr sz="1000" dirty="0"/>
                    </a:p>
                  </a:txBody>
                  <a:tcPr marL="28575" marR="28575" marT="19050" marB="19050" anchor="b">
                    <a:lnL w="9525" cap="flat" cmpd="sng">
                      <a:solidFill>
                        <a:srgbClr val="CCCCCC"/>
                      </a:solidFill>
                      <a:prstDash val="solid"/>
                      <a:round/>
                      <a:headEnd type="none" w="sm" len="sm"/>
                      <a:tailEnd type="none" w="sm" len="sm"/>
                    </a:lnL>
                    <a:lnR w="9525" cap="flat" cmpd="sng">
                      <a:solidFill>
                        <a:srgbClr val="CCCCCC"/>
                      </a:solidFill>
                      <a:prstDash val="solid"/>
                      <a:round/>
                      <a:headEnd type="none" w="sm" len="sm"/>
                      <a:tailEnd type="none" w="sm" len="sm"/>
                    </a:lnR>
                    <a:lnT w="9525" cap="flat" cmpd="sng">
                      <a:solidFill>
                        <a:srgbClr val="CCCCCC"/>
                      </a:solidFill>
                      <a:prstDash val="solid"/>
                      <a:round/>
                      <a:headEnd type="none" w="sm" len="sm"/>
                      <a:tailEnd type="none" w="sm" len="sm"/>
                    </a:lnT>
                    <a:lnB w="9525" cap="flat" cmpd="sng" algn="ctr">
                      <a:solidFill>
                        <a:srgbClr val="CCCCCC"/>
                      </a:solidFill>
                      <a:prstDash val="solid"/>
                      <a:round/>
                      <a:headEnd type="none" w="sm" len="sm"/>
                      <a:tailEnd type="none" w="sm" len="sm"/>
                    </a:lnB>
                  </a:tcPr>
                </a:tc>
                <a:tc>
                  <a:txBody>
                    <a:bodyPr/>
                    <a:lstStyle/>
                    <a:p>
                      <a:pPr marL="0" lvl="0" indent="0" algn="ctr" rtl="0">
                        <a:spcBef>
                          <a:spcPts val="0"/>
                        </a:spcBef>
                        <a:spcAft>
                          <a:spcPts val="0"/>
                        </a:spcAft>
                        <a:buNone/>
                      </a:pPr>
                      <a:endParaRPr sz="1400"/>
                    </a:p>
                  </a:txBody>
                  <a:tcPr marL="28575" marR="28575" marT="19050" marB="19050" anchor="b">
                    <a:lnL w="9525" cap="flat" cmpd="sng">
                      <a:solidFill>
                        <a:srgbClr val="CCCCCC"/>
                      </a:solidFill>
                      <a:prstDash val="solid"/>
                      <a:round/>
                      <a:headEnd type="none" w="sm" len="sm"/>
                      <a:tailEnd type="none" w="sm" len="sm"/>
                    </a:lnL>
                    <a:lnR w="9525" cap="flat" cmpd="sng">
                      <a:solidFill>
                        <a:srgbClr val="CCCCCC"/>
                      </a:solidFill>
                      <a:prstDash val="solid"/>
                      <a:round/>
                      <a:headEnd type="none" w="sm" len="sm"/>
                      <a:tailEnd type="none" w="sm" len="sm"/>
                    </a:lnR>
                    <a:lnT w="9525" cap="flat" cmpd="sng">
                      <a:solidFill>
                        <a:srgbClr val="CCCCCC"/>
                      </a:solidFill>
                      <a:prstDash val="solid"/>
                      <a:round/>
                      <a:headEnd type="none" w="sm" len="sm"/>
                      <a:tailEnd type="none" w="sm" len="sm"/>
                    </a:lnT>
                    <a:lnB w="9525" cap="flat" cmpd="sng" algn="ctr">
                      <a:solidFill>
                        <a:srgbClr val="CCCCCC"/>
                      </a:solidFill>
                      <a:prstDash val="solid"/>
                      <a:round/>
                      <a:headEnd type="none" w="sm" len="sm"/>
                      <a:tailEnd type="none" w="sm" len="sm"/>
                    </a:lnB>
                  </a:tcPr>
                </a:tc>
                <a:tc>
                  <a:txBody>
                    <a:bodyPr/>
                    <a:lstStyle/>
                    <a:p>
                      <a:pPr marL="0" lvl="0" indent="0" algn="ctr" rtl="0">
                        <a:spcBef>
                          <a:spcPts val="0"/>
                        </a:spcBef>
                        <a:spcAft>
                          <a:spcPts val="0"/>
                        </a:spcAft>
                        <a:buNone/>
                      </a:pPr>
                      <a:endParaRPr sz="1400"/>
                    </a:p>
                  </a:txBody>
                  <a:tcPr marL="28575" marR="28575" marT="19050" marB="19050" anchor="b">
                    <a:lnL w="9525" cap="flat" cmpd="sng">
                      <a:solidFill>
                        <a:srgbClr val="CCCCCC"/>
                      </a:solidFill>
                      <a:prstDash val="solid"/>
                      <a:round/>
                      <a:headEnd type="none" w="sm" len="sm"/>
                      <a:tailEnd type="none" w="sm" len="sm"/>
                    </a:lnL>
                    <a:lnR w="9525" cap="flat" cmpd="sng">
                      <a:solidFill>
                        <a:srgbClr val="CCCCCC"/>
                      </a:solidFill>
                      <a:prstDash val="solid"/>
                      <a:round/>
                      <a:headEnd type="none" w="sm" len="sm"/>
                      <a:tailEnd type="none" w="sm" len="sm"/>
                    </a:lnR>
                    <a:lnT w="9525" cap="flat" cmpd="sng">
                      <a:solidFill>
                        <a:srgbClr val="CCCCCC"/>
                      </a:solidFill>
                      <a:prstDash val="solid"/>
                      <a:round/>
                      <a:headEnd type="none" w="sm" len="sm"/>
                      <a:tailEnd type="none" w="sm" len="sm"/>
                    </a:lnT>
                    <a:lnB w="9525" cap="flat" cmpd="sng" algn="ctr">
                      <a:solidFill>
                        <a:srgbClr val="CCCCCC"/>
                      </a:solidFill>
                      <a:prstDash val="solid"/>
                      <a:round/>
                      <a:headEnd type="none" w="sm" len="sm"/>
                      <a:tailEnd type="none" w="sm" len="sm"/>
                    </a:lnB>
                  </a:tcPr>
                </a:tc>
                <a:tc>
                  <a:txBody>
                    <a:bodyPr/>
                    <a:lstStyle/>
                    <a:p>
                      <a:pPr marL="0" lvl="0" indent="0" algn="ctr" rtl="0">
                        <a:spcBef>
                          <a:spcPts val="0"/>
                        </a:spcBef>
                        <a:spcAft>
                          <a:spcPts val="0"/>
                        </a:spcAft>
                        <a:buNone/>
                      </a:pPr>
                      <a:endParaRPr sz="1400"/>
                    </a:p>
                  </a:txBody>
                  <a:tcPr marL="28575" marR="28575" marT="19050" marB="19050" anchor="b">
                    <a:lnL w="9525" cap="flat" cmpd="sng">
                      <a:solidFill>
                        <a:srgbClr val="CCCCCC"/>
                      </a:solidFill>
                      <a:prstDash val="solid"/>
                      <a:round/>
                      <a:headEnd type="none" w="sm" len="sm"/>
                      <a:tailEnd type="none" w="sm" len="sm"/>
                    </a:lnL>
                    <a:lnR w="9525" cap="flat" cmpd="sng">
                      <a:solidFill>
                        <a:srgbClr val="CCCCCC"/>
                      </a:solidFill>
                      <a:prstDash val="solid"/>
                      <a:round/>
                      <a:headEnd type="none" w="sm" len="sm"/>
                      <a:tailEnd type="none" w="sm" len="sm"/>
                    </a:lnR>
                    <a:lnT w="9525" cap="flat" cmpd="sng">
                      <a:solidFill>
                        <a:srgbClr val="CCCCCC"/>
                      </a:solidFill>
                      <a:prstDash val="solid"/>
                      <a:round/>
                      <a:headEnd type="none" w="sm" len="sm"/>
                      <a:tailEnd type="none" w="sm" len="sm"/>
                    </a:lnT>
                    <a:lnB w="9525" cap="flat" cmpd="sng" algn="ctr">
                      <a:solidFill>
                        <a:srgbClr val="CCCCCC"/>
                      </a:solidFill>
                      <a:prstDash val="solid"/>
                      <a:round/>
                      <a:headEnd type="none" w="sm" len="sm"/>
                      <a:tailEnd type="none" w="sm" len="sm"/>
                    </a:lnB>
                  </a:tcPr>
                </a:tc>
                <a:tc>
                  <a:txBody>
                    <a:bodyPr/>
                    <a:lstStyle/>
                    <a:p>
                      <a:pPr marL="0" lvl="0" indent="0" algn="ctr" rtl="0">
                        <a:spcBef>
                          <a:spcPts val="0"/>
                        </a:spcBef>
                        <a:spcAft>
                          <a:spcPts val="0"/>
                        </a:spcAft>
                        <a:buNone/>
                      </a:pPr>
                      <a:endParaRPr sz="1400"/>
                    </a:p>
                  </a:txBody>
                  <a:tcPr marL="28575" marR="28575" marT="19050" marB="19050" anchor="b">
                    <a:lnL w="9525" cap="flat" cmpd="sng">
                      <a:solidFill>
                        <a:srgbClr val="CCCCCC"/>
                      </a:solidFill>
                      <a:prstDash val="solid"/>
                      <a:round/>
                      <a:headEnd type="none" w="sm" len="sm"/>
                      <a:tailEnd type="none" w="sm" len="sm"/>
                    </a:lnL>
                    <a:lnR w="9525" cap="flat" cmpd="sng">
                      <a:solidFill>
                        <a:srgbClr val="CCCCCC"/>
                      </a:solidFill>
                      <a:prstDash val="solid"/>
                      <a:round/>
                      <a:headEnd type="none" w="sm" len="sm"/>
                      <a:tailEnd type="none" w="sm" len="sm"/>
                    </a:lnR>
                    <a:lnT w="9525" cap="flat" cmpd="sng">
                      <a:solidFill>
                        <a:srgbClr val="CCCCCC"/>
                      </a:solidFill>
                      <a:prstDash val="solid"/>
                      <a:round/>
                      <a:headEnd type="none" w="sm" len="sm"/>
                      <a:tailEnd type="none" w="sm" len="sm"/>
                    </a:lnT>
                    <a:lnB w="9525" cap="flat" cmpd="sng">
                      <a:solidFill>
                        <a:srgbClr val="CCCCCC"/>
                      </a:solidFill>
                      <a:prstDash val="solid"/>
                      <a:round/>
                      <a:headEnd type="none" w="sm" len="sm"/>
                      <a:tailEnd type="none" w="sm" len="sm"/>
                    </a:lnB>
                  </a:tcPr>
                </a:tc>
                <a:tc>
                  <a:txBody>
                    <a:bodyPr/>
                    <a:lstStyle/>
                    <a:p>
                      <a:pPr marL="0" lvl="0" indent="0" algn="ctr" rtl="0">
                        <a:spcBef>
                          <a:spcPts val="0"/>
                        </a:spcBef>
                        <a:spcAft>
                          <a:spcPts val="0"/>
                        </a:spcAft>
                        <a:buNone/>
                      </a:pPr>
                      <a:endParaRPr sz="1400"/>
                    </a:p>
                  </a:txBody>
                  <a:tcPr marL="28575" marR="28575" marT="19050" marB="19050" anchor="b">
                    <a:lnL w="9525" cap="flat" cmpd="sng">
                      <a:solidFill>
                        <a:srgbClr val="CCCCCC"/>
                      </a:solidFill>
                      <a:prstDash val="solid"/>
                      <a:round/>
                      <a:headEnd type="none" w="sm" len="sm"/>
                      <a:tailEnd type="none" w="sm" len="sm"/>
                    </a:lnL>
                    <a:lnR w="9525" cap="flat" cmpd="sng">
                      <a:solidFill>
                        <a:srgbClr val="CCCCCC"/>
                      </a:solidFill>
                      <a:prstDash val="solid"/>
                      <a:round/>
                      <a:headEnd type="none" w="sm" len="sm"/>
                      <a:tailEnd type="none" w="sm" len="sm"/>
                    </a:lnR>
                    <a:lnT w="9525" cap="flat" cmpd="sng">
                      <a:solidFill>
                        <a:srgbClr val="CCCCCC"/>
                      </a:solidFill>
                      <a:prstDash val="solid"/>
                      <a:round/>
                      <a:headEnd type="none" w="sm" len="sm"/>
                      <a:tailEnd type="none" w="sm" len="sm"/>
                    </a:lnT>
                    <a:lnB w="9525" cap="flat" cmpd="sng">
                      <a:solidFill>
                        <a:srgbClr val="CCCCCC"/>
                      </a:solidFill>
                      <a:prstDash val="solid"/>
                      <a:round/>
                      <a:headEnd type="none" w="sm" len="sm"/>
                      <a:tailEnd type="none" w="sm" len="sm"/>
                    </a:lnB>
                  </a:tcPr>
                </a:tc>
                <a:tc>
                  <a:txBody>
                    <a:bodyPr/>
                    <a:lstStyle/>
                    <a:p>
                      <a:pPr marL="0" lvl="0" indent="0" algn="ctr" rtl="0">
                        <a:spcBef>
                          <a:spcPts val="0"/>
                        </a:spcBef>
                        <a:spcAft>
                          <a:spcPts val="0"/>
                        </a:spcAft>
                        <a:buNone/>
                      </a:pPr>
                      <a:endParaRPr sz="1400"/>
                    </a:p>
                  </a:txBody>
                  <a:tcPr marL="28575" marR="28575" marT="19050" marB="19050" anchor="b">
                    <a:lnL w="9525" cap="flat" cmpd="sng">
                      <a:solidFill>
                        <a:srgbClr val="CCCCCC"/>
                      </a:solidFill>
                      <a:prstDash val="solid"/>
                      <a:round/>
                      <a:headEnd type="none" w="sm" len="sm"/>
                      <a:tailEnd type="none" w="sm" len="sm"/>
                    </a:lnL>
                    <a:lnR w="9525" cap="flat" cmpd="sng">
                      <a:solidFill>
                        <a:srgbClr val="CCCCCC"/>
                      </a:solidFill>
                      <a:prstDash val="solid"/>
                      <a:round/>
                      <a:headEnd type="none" w="sm" len="sm"/>
                      <a:tailEnd type="none" w="sm" len="sm"/>
                    </a:lnR>
                    <a:lnT w="9525" cap="flat" cmpd="sng">
                      <a:solidFill>
                        <a:srgbClr val="CCCCCC"/>
                      </a:solidFill>
                      <a:prstDash val="solid"/>
                      <a:round/>
                      <a:headEnd type="none" w="sm" len="sm"/>
                      <a:tailEnd type="none" w="sm" len="sm"/>
                    </a:lnT>
                    <a:lnB w="9525" cap="flat" cmpd="sng">
                      <a:solidFill>
                        <a:srgbClr val="CCCCCC"/>
                      </a:solidFill>
                      <a:prstDash val="solid"/>
                      <a:round/>
                      <a:headEnd type="none" w="sm" len="sm"/>
                      <a:tailEnd type="none" w="sm" len="sm"/>
                    </a:lnB>
                  </a:tcPr>
                </a:tc>
                <a:tc>
                  <a:txBody>
                    <a:bodyPr/>
                    <a:lstStyle/>
                    <a:p>
                      <a:pPr marL="0" lvl="0" indent="0" algn="ctr" rtl="0">
                        <a:spcBef>
                          <a:spcPts val="0"/>
                        </a:spcBef>
                        <a:spcAft>
                          <a:spcPts val="0"/>
                        </a:spcAft>
                        <a:buNone/>
                      </a:pPr>
                      <a:endParaRPr sz="1400"/>
                    </a:p>
                  </a:txBody>
                  <a:tcPr marL="28575" marR="28575" marT="19050" marB="19050" anchor="b">
                    <a:lnL w="9525" cap="flat" cmpd="sng">
                      <a:solidFill>
                        <a:srgbClr val="CCCCCC"/>
                      </a:solidFill>
                      <a:prstDash val="solid"/>
                      <a:round/>
                      <a:headEnd type="none" w="sm" len="sm"/>
                      <a:tailEnd type="none" w="sm" len="sm"/>
                    </a:lnL>
                    <a:lnR w="9525" cap="flat" cmpd="sng">
                      <a:solidFill>
                        <a:srgbClr val="CCCCCC"/>
                      </a:solidFill>
                      <a:prstDash val="solid"/>
                      <a:round/>
                      <a:headEnd type="none" w="sm" len="sm"/>
                      <a:tailEnd type="none" w="sm" len="sm"/>
                    </a:lnR>
                    <a:lnT w="9525" cap="flat" cmpd="sng">
                      <a:solidFill>
                        <a:srgbClr val="CCCCCC"/>
                      </a:solidFill>
                      <a:prstDash val="solid"/>
                      <a:round/>
                      <a:headEnd type="none" w="sm" len="sm"/>
                      <a:tailEnd type="none" w="sm" len="sm"/>
                    </a:lnT>
                    <a:lnB w="9525" cap="flat" cmpd="sng">
                      <a:solidFill>
                        <a:srgbClr val="CCCCCC"/>
                      </a:solidFill>
                      <a:prstDash val="solid"/>
                      <a:round/>
                      <a:headEnd type="none" w="sm" len="sm"/>
                      <a:tailEnd type="none" w="sm" len="sm"/>
                    </a:lnB>
                  </a:tcPr>
                </a:tc>
                <a:tc>
                  <a:txBody>
                    <a:bodyPr/>
                    <a:lstStyle/>
                    <a:p>
                      <a:pPr marL="0" lvl="0" indent="0" algn="ctr" rtl="0">
                        <a:spcBef>
                          <a:spcPts val="0"/>
                        </a:spcBef>
                        <a:spcAft>
                          <a:spcPts val="0"/>
                        </a:spcAft>
                        <a:buNone/>
                      </a:pPr>
                      <a:endParaRPr sz="1400"/>
                    </a:p>
                  </a:txBody>
                  <a:tcPr marL="28575" marR="28575" marT="19050" marB="19050" anchor="b">
                    <a:lnL w="9525" cap="flat" cmpd="sng">
                      <a:solidFill>
                        <a:srgbClr val="CCCCCC"/>
                      </a:solidFill>
                      <a:prstDash val="solid"/>
                      <a:round/>
                      <a:headEnd type="none" w="sm" len="sm"/>
                      <a:tailEnd type="none" w="sm" len="sm"/>
                    </a:lnL>
                    <a:lnR w="9525" cap="flat" cmpd="sng">
                      <a:solidFill>
                        <a:srgbClr val="CCCCCC"/>
                      </a:solidFill>
                      <a:prstDash val="solid"/>
                      <a:round/>
                      <a:headEnd type="none" w="sm" len="sm"/>
                      <a:tailEnd type="none" w="sm" len="sm"/>
                    </a:lnR>
                    <a:lnT w="9525" cap="flat" cmpd="sng">
                      <a:solidFill>
                        <a:srgbClr val="CCCCCC"/>
                      </a:solidFill>
                      <a:prstDash val="solid"/>
                      <a:round/>
                      <a:headEnd type="none" w="sm" len="sm"/>
                      <a:tailEnd type="none" w="sm" len="sm"/>
                    </a:lnT>
                    <a:lnB w="9525" cap="flat" cmpd="sng">
                      <a:solidFill>
                        <a:srgbClr val="CCCCCC"/>
                      </a:solidFill>
                      <a:prstDash val="solid"/>
                      <a:round/>
                      <a:headEnd type="none" w="sm" len="sm"/>
                      <a:tailEnd type="none" w="sm" len="sm"/>
                    </a:lnB>
                  </a:tcPr>
                </a:tc>
                <a:tc>
                  <a:txBody>
                    <a:bodyPr/>
                    <a:lstStyle/>
                    <a:p>
                      <a:pPr marL="0" lvl="0" indent="0" algn="ctr" rtl="0">
                        <a:spcBef>
                          <a:spcPts val="0"/>
                        </a:spcBef>
                        <a:spcAft>
                          <a:spcPts val="0"/>
                        </a:spcAft>
                        <a:buNone/>
                      </a:pPr>
                      <a:endParaRPr sz="1400" dirty="0"/>
                    </a:p>
                  </a:txBody>
                  <a:tcPr marL="28575" marR="28575" marT="19050" marB="19050" anchor="b">
                    <a:lnL w="9525" cap="flat" cmpd="sng">
                      <a:solidFill>
                        <a:srgbClr val="CCCCCC"/>
                      </a:solidFill>
                      <a:prstDash val="solid"/>
                      <a:round/>
                      <a:headEnd type="none" w="sm" len="sm"/>
                      <a:tailEnd type="none" w="sm" len="sm"/>
                    </a:lnL>
                    <a:lnR w="9525" cap="flat" cmpd="sng">
                      <a:solidFill>
                        <a:srgbClr val="CCCCCC"/>
                      </a:solidFill>
                      <a:prstDash val="solid"/>
                      <a:round/>
                      <a:headEnd type="none" w="sm" len="sm"/>
                      <a:tailEnd type="none" w="sm" len="sm"/>
                    </a:lnR>
                    <a:lnT w="9525" cap="flat" cmpd="sng">
                      <a:solidFill>
                        <a:srgbClr val="CCCCCC"/>
                      </a:solidFill>
                      <a:prstDash val="solid"/>
                      <a:round/>
                      <a:headEnd type="none" w="sm" len="sm"/>
                      <a:tailEnd type="none" w="sm" len="sm"/>
                    </a:lnT>
                    <a:lnB w="9525" cap="flat" cmpd="sng">
                      <a:solidFill>
                        <a:srgbClr val="CCCCCC"/>
                      </a:solidFill>
                      <a:prstDash val="solid"/>
                      <a:round/>
                      <a:headEnd type="none" w="sm" len="sm"/>
                      <a:tailEnd type="none" w="sm" len="sm"/>
                    </a:lnB>
                  </a:tcPr>
                </a:tc>
                <a:extLst>
                  <a:ext uri="{0D108BD9-81ED-4DB2-BD59-A6C34878D82A}">
                    <a16:rowId xmlns:a16="http://schemas.microsoft.com/office/drawing/2014/main" val="10001"/>
                  </a:ext>
                </a:extLst>
              </a:tr>
              <a:tr h="501600">
                <a:tc>
                  <a:txBody>
                    <a:bodyPr/>
                    <a:lstStyle/>
                    <a:p>
                      <a:pPr marL="0" lvl="0" indent="0" algn="l" rtl="0">
                        <a:lnSpc>
                          <a:spcPct val="115000"/>
                        </a:lnSpc>
                        <a:spcBef>
                          <a:spcPts val="0"/>
                        </a:spcBef>
                        <a:spcAft>
                          <a:spcPts val="0"/>
                        </a:spcAft>
                        <a:buNone/>
                      </a:pPr>
                      <a:r>
                        <a:rPr lang="en" sz="1000"/>
                        <a:t>2. ADD.D</a:t>
                      </a:r>
                      <a:endParaRPr sz="1000"/>
                    </a:p>
                  </a:txBody>
                  <a:tcPr marL="28575" marR="28575" marT="19050" marB="19050" anchor="b">
                    <a:lnL w="9525" cap="flat" cmpd="sng">
                      <a:solidFill>
                        <a:srgbClr val="CCCCCC"/>
                      </a:solidFill>
                      <a:prstDash val="solid"/>
                      <a:round/>
                      <a:headEnd type="none" w="sm" len="sm"/>
                      <a:tailEnd type="none" w="sm" len="sm"/>
                    </a:lnL>
                    <a:lnR w="9525" cap="flat" cmpd="sng">
                      <a:solidFill>
                        <a:srgbClr val="CCCCCC"/>
                      </a:solidFill>
                      <a:prstDash val="solid"/>
                      <a:round/>
                      <a:headEnd type="none" w="sm" len="sm"/>
                      <a:tailEnd type="none" w="sm" len="sm"/>
                    </a:lnR>
                    <a:lnT w="9525" cap="flat" cmpd="sng">
                      <a:solidFill>
                        <a:srgbClr val="CCCCCC"/>
                      </a:solidFill>
                      <a:prstDash val="solid"/>
                      <a:round/>
                      <a:headEnd type="none" w="sm" len="sm"/>
                      <a:tailEnd type="none" w="sm" len="sm"/>
                    </a:lnT>
                    <a:lnB w="9525" cap="flat" cmpd="sng">
                      <a:solidFill>
                        <a:srgbClr val="CCCCCC"/>
                      </a:solidFill>
                      <a:prstDash val="solid"/>
                      <a:round/>
                      <a:headEnd type="none" w="sm" len="sm"/>
                      <a:tailEnd type="none" w="sm" len="sm"/>
                    </a:lnB>
                  </a:tcPr>
                </a:tc>
                <a:tc>
                  <a:txBody>
                    <a:bodyPr/>
                    <a:lstStyle/>
                    <a:p>
                      <a:pPr marL="0" lvl="0" indent="0" algn="ctr" rtl="0">
                        <a:spcBef>
                          <a:spcPts val="0"/>
                        </a:spcBef>
                        <a:spcAft>
                          <a:spcPts val="0"/>
                        </a:spcAft>
                        <a:buNone/>
                      </a:pPr>
                      <a:endParaRPr sz="1400"/>
                    </a:p>
                  </a:txBody>
                  <a:tcPr marL="28575" marR="28575" marT="19050" marB="19050" anchor="b">
                    <a:lnL w="9525" cap="flat" cmpd="sng">
                      <a:solidFill>
                        <a:srgbClr val="CCCCCC"/>
                      </a:solidFill>
                      <a:prstDash val="solid"/>
                      <a:round/>
                      <a:headEnd type="none" w="sm" len="sm"/>
                      <a:tailEnd type="none" w="sm" len="sm"/>
                    </a:lnL>
                    <a:lnR w="9525" cap="flat" cmpd="sng">
                      <a:solidFill>
                        <a:srgbClr val="CCCCCC"/>
                      </a:solidFill>
                      <a:prstDash val="solid"/>
                      <a:round/>
                      <a:headEnd type="none" w="sm" len="sm"/>
                      <a:tailEnd type="none" w="sm" len="sm"/>
                    </a:lnR>
                    <a:lnT w="9525" cap="flat" cmpd="sng">
                      <a:solidFill>
                        <a:srgbClr val="CCCCCC"/>
                      </a:solidFill>
                      <a:prstDash val="solid"/>
                      <a:round/>
                      <a:headEnd type="none" w="sm" len="sm"/>
                      <a:tailEnd type="none" w="sm" len="sm"/>
                    </a:lnT>
                    <a:lnB w="9525" cap="flat" cmpd="sng">
                      <a:solidFill>
                        <a:srgbClr val="CCCCCC"/>
                      </a:solidFill>
                      <a:prstDash val="solid"/>
                      <a:round/>
                      <a:headEnd type="none" w="sm" len="sm"/>
                      <a:tailEnd type="none" w="sm" len="sm"/>
                    </a:lnB>
                  </a:tcPr>
                </a:tc>
                <a:tc>
                  <a:txBody>
                    <a:bodyPr/>
                    <a:lstStyle/>
                    <a:p>
                      <a:pPr marL="0" lvl="0" indent="0" algn="ctr" rtl="0">
                        <a:lnSpc>
                          <a:spcPct val="115000"/>
                        </a:lnSpc>
                        <a:spcBef>
                          <a:spcPts val="0"/>
                        </a:spcBef>
                        <a:spcAft>
                          <a:spcPts val="0"/>
                        </a:spcAft>
                        <a:buNone/>
                      </a:pPr>
                      <a:r>
                        <a:rPr lang="en" sz="1000"/>
                        <a:t>IF</a:t>
                      </a:r>
                      <a:endParaRPr sz="1000"/>
                    </a:p>
                  </a:txBody>
                  <a:tcPr marL="28575" marR="28575" marT="19050" marB="19050" anchor="b">
                    <a:lnL w="9525" cap="flat" cmpd="sng">
                      <a:solidFill>
                        <a:srgbClr val="CCCCCC"/>
                      </a:solidFill>
                      <a:prstDash val="solid"/>
                      <a:round/>
                      <a:headEnd type="none" w="sm" len="sm"/>
                      <a:tailEnd type="none" w="sm" len="sm"/>
                    </a:lnL>
                    <a:lnR w="9525" cap="flat" cmpd="sng">
                      <a:solidFill>
                        <a:srgbClr val="CCCCCC"/>
                      </a:solidFill>
                      <a:prstDash val="solid"/>
                      <a:round/>
                      <a:headEnd type="none" w="sm" len="sm"/>
                      <a:tailEnd type="none" w="sm" len="sm"/>
                    </a:lnR>
                    <a:lnT w="9525" cap="flat" cmpd="sng">
                      <a:solidFill>
                        <a:srgbClr val="CCCCCC"/>
                      </a:solidFill>
                      <a:prstDash val="solid"/>
                      <a:round/>
                      <a:headEnd type="none" w="sm" len="sm"/>
                      <a:tailEnd type="none" w="sm" len="sm"/>
                    </a:lnT>
                    <a:lnB w="9525" cap="flat" cmpd="sng">
                      <a:solidFill>
                        <a:srgbClr val="CCCCCC"/>
                      </a:solidFill>
                      <a:prstDash val="solid"/>
                      <a:round/>
                      <a:headEnd type="none" w="sm" len="sm"/>
                      <a:tailEnd type="none" w="sm" len="sm"/>
                    </a:lnB>
                  </a:tcPr>
                </a:tc>
                <a:tc>
                  <a:txBody>
                    <a:bodyPr/>
                    <a:lstStyle/>
                    <a:p>
                      <a:pPr marL="0" lvl="0" indent="0" algn="ctr" rtl="0">
                        <a:lnSpc>
                          <a:spcPct val="115000"/>
                        </a:lnSpc>
                        <a:spcBef>
                          <a:spcPts val="0"/>
                        </a:spcBef>
                        <a:spcAft>
                          <a:spcPts val="0"/>
                        </a:spcAft>
                        <a:buNone/>
                      </a:pPr>
                      <a:r>
                        <a:rPr lang="en" sz="1000" dirty="0"/>
                        <a:t>*</a:t>
                      </a:r>
                      <a:endParaRPr sz="1000" dirty="0"/>
                    </a:p>
                  </a:txBody>
                  <a:tcPr marL="28575" marR="28575" marT="19050" marB="19050" anchor="b">
                    <a:lnL w="9525" cap="flat" cmpd="sng">
                      <a:solidFill>
                        <a:srgbClr val="CCCCCC"/>
                      </a:solidFill>
                      <a:prstDash val="solid"/>
                      <a:round/>
                      <a:headEnd type="none" w="sm" len="sm"/>
                      <a:tailEnd type="none" w="sm" len="sm"/>
                    </a:lnL>
                    <a:lnR w="9525" cap="flat" cmpd="sng">
                      <a:solidFill>
                        <a:srgbClr val="CCCCCC"/>
                      </a:solidFill>
                      <a:prstDash val="solid"/>
                      <a:round/>
                      <a:headEnd type="none" w="sm" len="sm"/>
                      <a:tailEnd type="none" w="sm" len="sm"/>
                    </a:lnR>
                    <a:lnT w="9525" cap="flat" cmpd="sng">
                      <a:solidFill>
                        <a:srgbClr val="CCCCCC"/>
                      </a:solidFill>
                      <a:prstDash val="solid"/>
                      <a:round/>
                      <a:headEnd type="none" w="sm" len="sm"/>
                      <a:tailEnd type="none" w="sm" len="sm"/>
                    </a:lnT>
                    <a:lnB w="9525" cap="flat" cmpd="sng">
                      <a:solidFill>
                        <a:srgbClr val="CCCCCC"/>
                      </a:solidFill>
                      <a:prstDash val="solid"/>
                      <a:round/>
                      <a:headEnd type="none" w="sm" len="sm"/>
                      <a:tailEnd type="none" w="sm" len="sm"/>
                    </a:lnB>
                  </a:tcPr>
                </a:tc>
                <a:tc>
                  <a:txBody>
                    <a:bodyPr/>
                    <a:lstStyle/>
                    <a:p>
                      <a:pPr marL="0" lvl="0" indent="0" algn="ctr" rtl="0">
                        <a:lnSpc>
                          <a:spcPct val="115000"/>
                        </a:lnSpc>
                        <a:spcBef>
                          <a:spcPts val="0"/>
                        </a:spcBef>
                        <a:spcAft>
                          <a:spcPts val="0"/>
                        </a:spcAft>
                        <a:buNone/>
                      </a:pPr>
                      <a:r>
                        <a:rPr lang="en" sz="1000" dirty="0"/>
                        <a:t>*</a:t>
                      </a:r>
                      <a:endParaRPr sz="1000" dirty="0"/>
                    </a:p>
                  </a:txBody>
                  <a:tcPr marL="28575" marR="28575" marT="19050" marB="19050" anchor="b">
                    <a:lnL w="9525" cap="flat" cmpd="sng">
                      <a:solidFill>
                        <a:srgbClr val="CCCCCC"/>
                      </a:solidFill>
                      <a:prstDash val="solid"/>
                      <a:round/>
                      <a:headEnd type="none" w="sm" len="sm"/>
                      <a:tailEnd type="none" w="sm" len="sm"/>
                    </a:lnL>
                    <a:lnR w="9525" cap="flat" cmpd="sng" algn="ctr">
                      <a:solidFill>
                        <a:srgbClr val="CCCCCC"/>
                      </a:solidFill>
                      <a:prstDash val="solid"/>
                      <a:round/>
                      <a:headEnd type="none" w="sm" len="sm"/>
                      <a:tailEnd type="none" w="sm" len="sm"/>
                    </a:lnR>
                    <a:lnT w="9525" cap="flat" cmpd="sng">
                      <a:solidFill>
                        <a:srgbClr val="CCCCCC"/>
                      </a:solidFill>
                      <a:prstDash val="solid"/>
                      <a:round/>
                      <a:headEnd type="none" w="sm" len="sm"/>
                      <a:tailEnd type="none" w="sm" len="sm"/>
                    </a:lnT>
                    <a:lnB w="9525" cap="flat" cmpd="sng">
                      <a:solidFill>
                        <a:srgbClr val="CCCCCC"/>
                      </a:solidFill>
                      <a:prstDash val="solid"/>
                      <a:round/>
                      <a:headEnd type="none" w="sm" len="sm"/>
                      <a:tailEnd type="none" w="sm" len="sm"/>
                    </a:lnB>
                  </a:tcPr>
                </a:tc>
                <a:tc>
                  <a:txBody>
                    <a:bodyPr/>
                    <a:lstStyle/>
                    <a:p>
                      <a:pPr marL="0" lvl="0" indent="0" algn="ctr" rtl="0">
                        <a:lnSpc>
                          <a:spcPct val="115000"/>
                        </a:lnSpc>
                        <a:spcBef>
                          <a:spcPts val="0"/>
                        </a:spcBef>
                        <a:spcAft>
                          <a:spcPts val="0"/>
                        </a:spcAft>
                        <a:buNone/>
                      </a:pPr>
                      <a:r>
                        <a:rPr lang="en" sz="1000" dirty="0"/>
                        <a:t>ID</a:t>
                      </a:r>
                      <a:endParaRPr sz="1000" dirty="0"/>
                    </a:p>
                  </a:txBody>
                  <a:tcPr marL="28575" marR="28575" marT="19050" marB="19050" anchor="b">
                    <a:lnL w="9525" cap="flat" cmpd="sng">
                      <a:solidFill>
                        <a:srgbClr val="CCCCCC"/>
                      </a:solidFill>
                      <a:prstDash val="solid"/>
                      <a:round/>
                      <a:headEnd type="none" w="sm" len="sm"/>
                      <a:tailEnd type="none" w="sm" len="sm"/>
                    </a:lnL>
                    <a:lnR w="9525" cap="flat" cmpd="sng">
                      <a:solidFill>
                        <a:srgbClr val="CCCCCC"/>
                      </a:solidFill>
                      <a:prstDash val="solid"/>
                      <a:round/>
                      <a:headEnd type="none" w="sm" len="sm"/>
                      <a:tailEnd type="none" w="sm" len="sm"/>
                    </a:lnR>
                    <a:lnT w="9525" cap="flat" cmpd="sng">
                      <a:solidFill>
                        <a:srgbClr val="CCCCCC"/>
                      </a:solidFill>
                      <a:prstDash val="solid"/>
                      <a:round/>
                      <a:headEnd type="none" w="sm" len="sm"/>
                      <a:tailEnd type="none" w="sm" len="sm"/>
                    </a:lnT>
                    <a:lnB w="9525" cap="flat" cmpd="sng">
                      <a:solidFill>
                        <a:srgbClr val="CCCCCC"/>
                      </a:solidFill>
                      <a:prstDash val="solid"/>
                      <a:round/>
                      <a:headEnd type="none" w="sm" len="sm"/>
                      <a:tailEnd type="none" w="sm" len="sm"/>
                    </a:lnB>
                  </a:tcPr>
                </a:tc>
                <a:tc>
                  <a:txBody>
                    <a:bodyPr/>
                    <a:lstStyle/>
                    <a:p>
                      <a:pPr marL="0" lvl="0" indent="0" algn="ctr" rtl="0">
                        <a:lnSpc>
                          <a:spcPct val="115000"/>
                        </a:lnSpc>
                        <a:spcBef>
                          <a:spcPts val="0"/>
                        </a:spcBef>
                        <a:spcAft>
                          <a:spcPts val="0"/>
                        </a:spcAft>
                        <a:buNone/>
                      </a:pPr>
                      <a:r>
                        <a:rPr lang="en" sz="1000" dirty="0"/>
                        <a:t>EX</a:t>
                      </a:r>
                      <a:endParaRPr sz="1000" dirty="0"/>
                    </a:p>
                  </a:txBody>
                  <a:tcPr marL="28575" marR="28575" marT="19050" marB="19050" anchor="b">
                    <a:lnL w="9525" cap="flat" cmpd="sng">
                      <a:solidFill>
                        <a:srgbClr val="CCCCCC"/>
                      </a:solidFill>
                      <a:prstDash val="solid"/>
                      <a:round/>
                      <a:headEnd type="none" w="sm" len="sm"/>
                      <a:tailEnd type="none" w="sm" len="sm"/>
                    </a:lnL>
                    <a:lnR w="9525" cap="flat" cmpd="sng">
                      <a:solidFill>
                        <a:srgbClr val="CCCCCC"/>
                      </a:solidFill>
                      <a:prstDash val="solid"/>
                      <a:round/>
                      <a:headEnd type="none" w="sm" len="sm"/>
                      <a:tailEnd type="none" w="sm" len="sm"/>
                    </a:lnR>
                    <a:lnT w="9525" cap="flat" cmpd="sng">
                      <a:solidFill>
                        <a:srgbClr val="CCCCCC"/>
                      </a:solidFill>
                      <a:prstDash val="solid"/>
                      <a:round/>
                      <a:headEnd type="none" w="sm" len="sm"/>
                      <a:tailEnd type="none" w="sm" len="sm"/>
                    </a:lnT>
                    <a:lnB w="9525" cap="flat" cmpd="sng">
                      <a:solidFill>
                        <a:srgbClr val="CCCCCC"/>
                      </a:solidFill>
                      <a:prstDash val="solid"/>
                      <a:round/>
                      <a:headEnd type="none" w="sm" len="sm"/>
                      <a:tailEnd type="none" w="sm" len="sm"/>
                    </a:lnB>
                  </a:tcPr>
                </a:tc>
                <a:tc>
                  <a:txBody>
                    <a:bodyPr/>
                    <a:lstStyle/>
                    <a:p>
                      <a:pPr marL="0" lvl="0" indent="0" algn="ctr" rtl="0">
                        <a:lnSpc>
                          <a:spcPct val="115000"/>
                        </a:lnSpc>
                        <a:spcBef>
                          <a:spcPts val="0"/>
                        </a:spcBef>
                        <a:spcAft>
                          <a:spcPts val="0"/>
                        </a:spcAft>
                        <a:buNone/>
                      </a:pPr>
                      <a:r>
                        <a:rPr lang="en" sz="1000" dirty="0"/>
                        <a:t>ME</a:t>
                      </a:r>
                      <a:endParaRPr sz="1000" dirty="0"/>
                    </a:p>
                  </a:txBody>
                  <a:tcPr marL="28575" marR="28575" marT="19050" marB="19050" anchor="b">
                    <a:lnL w="9525" cap="flat" cmpd="sng">
                      <a:solidFill>
                        <a:srgbClr val="CCCCCC"/>
                      </a:solidFill>
                      <a:prstDash val="solid"/>
                      <a:round/>
                      <a:headEnd type="none" w="sm" len="sm"/>
                      <a:tailEnd type="none" w="sm" len="sm"/>
                    </a:lnL>
                    <a:lnR w="9525" cap="flat" cmpd="sng">
                      <a:solidFill>
                        <a:srgbClr val="CCCCCC"/>
                      </a:solidFill>
                      <a:prstDash val="solid"/>
                      <a:round/>
                      <a:headEnd type="none" w="sm" len="sm"/>
                      <a:tailEnd type="none" w="sm" len="sm"/>
                    </a:lnR>
                    <a:lnT w="9525" cap="flat" cmpd="sng">
                      <a:solidFill>
                        <a:srgbClr val="CCCCCC"/>
                      </a:solidFill>
                      <a:prstDash val="solid"/>
                      <a:round/>
                      <a:headEnd type="none" w="sm" len="sm"/>
                      <a:tailEnd type="none" w="sm" len="sm"/>
                    </a:lnT>
                    <a:lnB w="9525" cap="flat" cmpd="sng">
                      <a:solidFill>
                        <a:srgbClr val="CCCCCC"/>
                      </a:solidFill>
                      <a:prstDash val="solid"/>
                      <a:round/>
                      <a:headEnd type="none" w="sm" len="sm"/>
                      <a:tailEnd type="none" w="sm" len="sm"/>
                    </a:lnB>
                  </a:tcPr>
                </a:tc>
                <a:tc>
                  <a:txBody>
                    <a:bodyPr/>
                    <a:lstStyle/>
                    <a:p>
                      <a:pPr marL="0" lvl="0" indent="0" algn="ctr" rtl="0">
                        <a:lnSpc>
                          <a:spcPct val="115000"/>
                        </a:lnSpc>
                        <a:spcBef>
                          <a:spcPts val="0"/>
                        </a:spcBef>
                        <a:spcAft>
                          <a:spcPts val="0"/>
                        </a:spcAft>
                        <a:buNone/>
                      </a:pPr>
                      <a:r>
                        <a:rPr lang="en" sz="1000" dirty="0"/>
                        <a:t>WB</a:t>
                      </a:r>
                      <a:endParaRPr sz="1000" dirty="0"/>
                    </a:p>
                  </a:txBody>
                  <a:tcPr marL="28575" marR="28575" marT="19050" marB="19050" anchor="b">
                    <a:lnL w="9525" cap="flat" cmpd="sng">
                      <a:solidFill>
                        <a:srgbClr val="CCCCCC"/>
                      </a:solidFill>
                      <a:prstDash val="solid"/>
                      <a:round/>
                      <a:headEnd type="none" w="sm" len="sm"/>
                      <a:tailEnd type="none" w="sm" len="sm"/>
                    </a:lnL>
                    <a:lnR w="9525" cap="flat" cmpd="sng">
                      <a:solidFill>
                        <a:srgbClr val="CCCCCC"/>
                      </a:solidFill>
                      <a:prstDash val="solid"/>
                      <a:round/>
                      <a:headEnd type="none" w="sm" len="sm"/>
                      <a:tailEnd type="none" w="sm" len="sm"/>
                    </a:lnR>
                    <a:lnT w="9525" cap="flat" cmpd="sng">
                      <a:solidFill>
                        <a:srgbClr val="CCCCCC"/>
                      </a:solidFill>
                      <a:prstDash val="solid"/>
                      <a:round/>
                      <a:headEnd type="none" w="sm" len="sm"/>
                      <a:tailEnd type="none" w="sm" len="sm"/>
                    </a:lnT>
                    <a:lnB w="9525" cap="flat" cmpd="sng" algn="ctr">
                      <a:solidFill>
                        <a:srgbClr val="CCCCCC"/>
                      </a:solidFill>
                      <a:prstDash val="solid"/>
                      <a:round/>
                      <a:headEnd type="none" w="sm" len="sm"/>
                      <a:tailEnd type="none" w="sm" len="sm"/>
                    </a:lnB>
                  </a:tcPr>
                </a:tc>
                <a:tc>
                  <a:txBody>
                    <a:bodyPr/>
                    <a:lstStyle/>
                    <a:p>
                      <a:pPr marL="0" lvl="0" indent="0" algn="ctr" rtl="0">
                        <a:lnSpc>
                          <a:spcPct val="115000"/>
                        </a:lnSpc>
                        <a:spcBef>
                          <a:spcPts val="0"/>
                        </a:spcBef>
                        <a:spcAft>
                          <a:spcPts val="0"/>
                        </a:spcAft>
                        <a:buNone/>
                      </a:pPr>
                      <a:endParaRPr sz="1000" dirty="0"/>
                    </a:p>
                  </a:txBody>
                  <a:tcPr marL="28575" marR="28575" marT="19050" marB="19050" anchor="b">
                    <a:lnL w="9525" cap="flat" cmpd="sng" algn="ctr">
                      <a:solidFill>
                        <a:srgbClr val="CCCCCC"/>
                      </a:solidFill>
                      <a:prstDash val="solid"/>
                      <a:round/>
                      <a:headEnd type="none" w="sm" len="sm"/>
                      <a:tailEnd type="none" w="sm" len="sm"/>
                    </a:lnL>
                    <a:lnR w="9525" cap="flat" cmpd="sng">
                      <a:solidFill>
                        <a:srgbClr val="CCCCCC"/>
                      </a:solidFill>
                      <a:prstDash val="solid"/>
                      <a:round/>
                      <a:headEnd type="none" w="sm" len="sm"/>
                      <a:tailEnd type="none" w="sm" len="sm"/>
                    </a:lnR>
                    <a:lnT w="9525" cap="flat" cmpd="sng">
                      <a:solidFill>
                        <a:srgbClr val="CCCCCC"/>
                      </a:solidFill>
                      <a:prstDash val="solid"/>
                      <a:round/>
                      <a:headEnd type="none" w="sm" len="sm"/>
                      <a:tailEnd type="none" w="sm" len="sm"/>
                    </a:lnT>
                    <a:lnB w="9525" cap="flat" cmpd="sng" algn="ctr">
                      <a:solidFill>
                        <a:srgbClr val="CCCCCC"/>
                      </a:solidFill>
                      <a:prstDash val="solid"/>
                      <a:round/>
                      <a:headEnd type="none" w="sm" len="sm"/>
                      <a:tailEnd type="none" w="sm" len="sm"/>
                    </a:lnB>
                  </a:tcPr>
                </a:tc>
                <a:tc>
                  <a:txBody>
                    <a:bodyPr/>
                    <a:lstStyle/>
                    <a:p>
                      <a:pPr marL="0" lvl="0" indent="0" algn="ctr" rtl="0">
                        <a:spcBef>
                          <a:spcPts val="0"/>
                        </a:spcBef>
                        <a:spcAft>
                          <a:spcPts val="0"/>
                        </a:spcAft>
                        <a:buNone/>
                      </a:pPr>
                      <a:endParaRPr sz="1400" dirty="0"/>
                    </a:p>
                  </a:txBody>
                  <a:tcPr marL="28575" marR="28575" marT="19050" marB="19050" anchor="b">
                    <a:lnL w="9525" cap="flat" cmpd="sng">
                      <a:solidFill>
                        <a:srgbClr val="CCCCCC"/>
                      </a:solidFill>
                      <a:prstDash val="solid"/>
                      <a:round/>
                      <a:headEnd type="none" w="sm" len="sm"/>
                      <a:tailEnd type="none" w="sm" len="sm"/>
                    </a:lnL>
                    <a:lnR w="9525" cap="flat" cmpd="sng">
                      <a:solidFill>
                        <a:srgbClr val="CCCCCC"/>
                      </a:solidFill>
                      <a:prstDash val="solid"/>
                      <a:round/>
                      <a:headEnd type="none" w="sm" len="sm"/>
                      <a:tailEnd type="none" w="sm" len="sm"/>
                    </a:lnR>
                    <a:lnT w="9525" cap="flat" cmpd="sng">
                      <a:solidFill>
                        <a:srgbClr val="CCCCCC"/>
                      </a:solidFill>
                      <a:prstDash val="solid"/>
                      <a:round/>
                      <a:headEnd type="none" w="sm" len="sm"/>
                      <a:tailEnd type="none" w="sm" len="sm"/>
                    </a:lnT>
                    <a:lnB w="9525" cap="flat" cmpd="sng" algn="ctr">
                      <a:solidFill>
                        <a:srgbClr val="CCCCCC"/>
                      </a:solidFill>
                      <a:prstDash val="solid"/>
                      <a:round/>
                      <a:headEnd type="none" w="sm" len="sm"/>
                      <a:tailEnd type="none" w="sm" len="sm"/>
                    </a:lnB>
                  </a:tcPr>
                </a:tc>
                <a:tc>
                  <a:txBody>
                    <a:bodyPr/>
                    <a:lstStyle/>
                    <a:p>
                      <a:pPr marL="0" lvl="0" indent="0" algn="ctr" rtl="0">
                        <a:spcBef>
                          <a:spcPts val="0"/>
                        </a:spcBef>
                        <a:spcAft>
                          <a:spcPts val="0"/>
                        </a:spcAft>
                        <a:buNone/>
                      </a:pPr>
                      <a:endParaRPr sz="1400"/>
                    </a:p>
                  </a:txBody>
                  <a:tcPr marL="28575" marR="28575" marT="19050" marB="19050" anchor="b">
                    <a:lnL w="9525" cap="flat" cmpd="sng">
                      <a:solidFill>
                        <a:srgbClr val="CCCCCC"/>
                      </a:solidFill>
                      <a:prstDash val="solid"/>
                      <a:round/>
                      <a:headEnd type="none" w="sm" len="sm"/>
                      <a:tailEnd type="none" w="sm" len="sm"/>
                    </a:lnL>
                    <a:lnR w="9525" cap="flat" cmpd="sng">
                      <a:solidFill>
                        <a:srgbClr val="CCCCCC"/>
                      </a:solidFill>
                      <a:prstDash val="solid"/>
                      <a:round/>
                      <a:headEnd type="none" w="sm" len="sm"/>
                      <a:tailEnd type="none" w="sm" len="sm"/>
                    </a:lnR>
                    <a:lnT w="9525" cap="flat" cmpd="sng">
                      <a:solidFill>
                        <a:srgbClr val="CCCCCC"/>
                      </a:solidFill>
                      <a:prstDash val="solid"/>
                      <a:round/>
                      <a:headEnd type="none" w="sm" len="sm"/>
                      <a:tailEnd type="none" w="sm" len="sm"/>
                    </a:lnT>
                    <a:lnB w="9525" cap="flat" cmpd="sng" algn="ctr">
                      <a:solidFill>
                        <a:srgbClr val="CCCCCC"/>
                      </a:solidFill>
                      <a:prstDash val="solid"/>
                      <a:round/>
                      <a:headEnd type="none" w="sm" len="sm"/>
                      <a:tailEnd type="none" w="sm" len="sm"/>
                    </a:lnB>
                  </a:tcPr>
                </a:tc>
                <a:tc>
                  <a:txBody>
                    <a:bodyPr/>
                    <a:lstStyle/>
                    <a:p>
                      <a:pPr marL="0" lvl="0" indent="0" algn="ctr" rtl="0">
                        <a:spcBef>
                          <a:spcPts val="0"/>
                        </a:spcBef>
                        <a:spcAft>
                          <a:spcPts val="0"/>
                        </a:spcAft>
                        <a:buNone/>
                      </a:pPr>
                      <a:endParaRPr sz="1400"/>
                    </a:p>
                  </a:txBody>
                  <a:tcPr marL="28575" marR="28575" marT="19050" marB="19050" anchor="b">
                    <a:lnL w="9525" cap="flat" cmpd="sng">
                      <a:solidFill>
                        <a:srgbClr val="CCCCCC"/>
                      </a:solidFill>
                      <a:prstDash val="solid"/>
                      <a:round/>
                      <a:headEnd type="none" w="sm" len="sm"/>
                      <a:tailEnd type="none" w="sm" len="sm"/>
                    </a:lnL>
                    <a:lnR w="9525" cap="flat" cmpd="sng">
                      <a:solidFill>
                        <a:srgbClr val="CCCCCC"/>
                      </a:solidFill>
                      <a:prstDash val="solid"/>
                      <a:round/>
                      <a:headEnd type="none" w="sm" len="sm"/>
                      <a:tailEnd type="none" w="sm" len="sm"/>
                    </a:lnR>
                    <a:lnT w="9525" cap="flat" cmpd="sng">
                      <a:solidFill>
                        <a:srgbClr val="CCCCCC"/>
                      </a:solidFill>
                      <a:prstDash val="solid"/>
                      <a:round/>
                      <a:headEnd type="none" w="sm" len="sm"/>
                      <a:tailEnd type="none" w="sm" len="sm"/>
                    </a:lnT>
                    <a:lnB w="9525" cap="flat" cmpd="sng">
                      <a:solidFill>
                        <a:srgbClr val="CCCCCC"/>
                      </a:solidFill>
                      <a:prstDash val="solid"/>
                      <a:round/>
                      <a:headEnd type="none" w="sm" len="sm"/>
                      <a:tailEnd type="none" w="sm" len="sm"/>
                    </a:lnB>
                  </a:tcPr>
                </a:tc>
                <a:tc>
                  <a:txBody>
                    <a:bodyPr/>
                    <a:lstStyle/>
                    <a:p>
                      <a:pPr marL="0" lvl="0" indent="0" algn="ctr" rtl="0">
                        <a:spcBef>
                          <a:spcPts val="0"/>
                        </a:spcBef>
                        <a:spcAft>
                          <a:spcPts val="0"/>
                        </a:spcAft>
                        <a:buNone/>
                      </a:pPr>
                      <a:endParaRPr sz="1400"/>
                    </a:p>
                  </a:txBody>
                  <a:tcPr marL="28575" marR="28575" marT="19050" marB="19050" anchor="b">
                    <a:lnL w="9525" cap="flat" cmpd="sng">
                      <a:solidFill>
                        <a:srgbClr val="CCCCCC"/>
                      </a:solidFill>
                      <a:prstDash val="solid"/>
                      <a:round/>
                      <a:headEnd type="none" w="sm" len="sm"/>
                      <a:tailEnd type="none" w="sm" len="sm"/>
                    </a:lnL>
                    <a:lnR w="9525" cap="flat" cmpd="sng">
                      <a:solidFill>
                        <a:srgbClr val="CCCCCC"/>
                      </a:solidFill>
                      <a:prstDash val="solid"/>
                      <a:round/>
                      <a:headEnd type="none" w="sm" len="sm"/>
                      <a:tailEnd type="none" w="sm" len="sm"/>
                    </a:lnR>
                    <a:lnT w="9525" cap="flat" cmpd="sng">
                      <a:solidFill>
                        <a:srgbClr val="CCCCCC"/>
                      </a:solidFill>
                      <a:prstDash val="solid"/>
                      <a:round/>
                      <a:headEnd type="none" w="sm" len="sm"/>
                      <a:tailEnd type="none" w="sm" len="sm"/>
                    </a:lnT>
                    <a:lnB w="9525" cap="flat" cmpd="sng">
                      <a:solidFill>
                        <a:srgbClr val="CCCCCC"/>
                      </a:solidFill>
                      <a:prstDash val="solid"/>
                      <a:round/>
                      <a:headEnd type="none" w="sm" len="sm"/>
                      <a:tailEnd type="none" w="sm" len="sm"/>
                    </a:lnB>
                  </a:tcPr>
                </a:tc>
                <a:tc>
                  <a:txBody>
                    <a:bodyPr/>
                    <a:lstStyle/>
                    <a:p>
                      <a:pPr marL="0" lvl="0" indent="0" algn="ctr" rtl="0">
                        <a:spcBef>
                          <a:spcPts val="0"/>
                        </a:spcBef>
                        <a:spcAft>
                          <a:spcPts val="0"/>
                        </a:spcAft>
                        <a:buNone/>
                      </a:pPr>
                      <a:endParaRPr sz="1400"/>
                    </a:p>
                  </a:txBody>
                  <a:tcPr marL="28575" marR="28575" marT="19050" marB="19050" anchor="b">
                    <a:lnL w="9525" cap="flat" cmpd="sng">
                      <a:solidFill>
                        <a:srgbClr val="CCCCCC"/>
                      </a:solidFill>
                      <a:prstDash val="solid"/>
                      <a:round/>
                      <a:headEnd type="none" w="sm" len="sm"/>
                      <a:tailEnd type="none" w="sm" len="sm"/>
                    </a:lnL>
                    <a:lnR w="9525" cap="flat" cmpd="sng">
                      <a:solidFill>
                        <a:srgbClr val="CCCCCC"/>
                      </a:solidFill>
                      <a:prstDash val="solid"/>
                      <a:round/>
                      <a:headEnd type="none" w="sm" len="sm"/>
                      <a:tailEnd type="none" w="sm" len="sm"/>
                    </a:lnR>
                    <a:lnT w="9525" cap="flat" cmpd="sng">
                      <a:solidFill>
                        <a:srgbClr val="CCCCCC"/>
                      </a:solidFill>
                      <a:prstDash val="solid"/>
                      <a:round/>
                      <a:headEnd type="none" w="sm" len="sm"/>
                      <a:tailEnd type="none" w="sm" len="sm"/>
                    </a:lnT>
                    <a:lnB w="9525" cap="flat" cmpd="sng">
                      <a:solidFill>
                        <a:srgbClr val="CCCCCC"/>
                      </a:solidFill>
                      <a:prstDash val="solid"/>
                      <a:round/>
                      <a:headEnd type="none" w="sm" len="sm"/>
                      <a:tailEnd type="none" w="sm" len="sm"/>
                    </a:lnB>
                  </a:tcPr>
                </a:tc>
                <a:extLst>
                  <a:ext uri="{0D108BD9-81ED-4DB2-BD59-A6C34878D82A}">
                    <a16:rowId xmlns:a16="http://schemas.microsoft.com/office/drawing/2014/main" val="10002"/>
                  </a:ext>
                </a:extLst>
              </a:tr>
              <a:tr h="501600">
                <a:tc>
                  <a:txBody>
                    <a:bodyPr/>
                    <a:lstStyle/>
                    <a:p>
                      <a:pPr marL="0" lvl="0" indent="0" algn="l" rtl="0">
                        <a:lnSpc>
                          <a:spcPct val="115000"/>
                        </a:lnSpc>
                        <a:spcBef>
                          <a:spcPts val="0"/>
                        </a:spcBef>
                        <a:spcAft>
                          <a:spcPts val="0"/>
                        </a:spcAft>
                        <a:buNone/>
                      </a:pPr>
                      <a:r>
                        <a:rPr lang="en" sz="1000"/>
                        <a:t>3. L.D</a:t>
                      </a:r>
                      <a:endParaRPr sz="1000"/>
                    </a:p>
                  </a:txBody>
                  <a:tcPr marL="28575" marR="28575" marT="19050" marB="19050" anchor="b">
                    <a:lnL w="9525" cap="flat" cmpd="sng">
                      <a:solidFill>
                        <a:srgbClr val="CCCCCC"/>
                      </a:solidFill>
                      <a:prstDash val="solid"/>
                      <a:round/>
                      <a:headEnd type="none" w="sm" len="sm"/>
                      <a:tailEnd type="none" w="sm" len="sm"/>
                    </a:lnL>
                    <a:lnR w="9525" cap="flat" cmpd="sng">
                      <a:solidFill>
                        <a:srgbClr val="CCCCCC"/>
                      </a:solidFill>
                      <a:prstDash val="solid"/>
                      <a:round/>
                      <a:headEnd type="none" w="sm" len="sm"/>
                      <a:tailEnd type="none" w="sm" len="sm"/>
                    </a:lnR>
                    <a:lnT w="9525" cap="flat" cmpd="sng">
                      <a:solidFill>
                        <a:srgbClr val="CCCCCC"/>
                      </a:solidFill>
                      <a:prstDash val="solid"/>
                      <a:round/>
                      <a:headEnd type="none" w="sm" len="sm"/>
                      <a:tailEnd type="none" w="sm" len="sm"/>
                    </a:lnT>
                    <a:lnB w="9525" cap="flat" cmpd="sng">
                      <a:solidFill>
                        <a:srgbClr val="CCCCCC"/>
                      </a:solidFill>
                      <a:prstDash val="solid"/>
                      <a:round/>
                      <a:headEnd type="none" w="sm" len="sm"/>
                      <a:tailEnd type="none" w="sm" len="sm"/>
                    </a:lnB>
                  </a:tcPr>
                </a:tc>
                <a:tc>
                  <a:txBody>
                    <a:bodyPr/>
                    <a:lstStyle/>
                    <a:p>
                      <a:pPr marL="0" lvl="0" indent="0" algn="ctr" rtl="0">
                        <a:spcBef>
                          <a:spcPts val="0"/>
                        </a:spcBef>
                        <a:spcAft>
                          <a:spcPts val="0"/>
                        </a:spcAft>
                        <a:buNone/>
                      </a:pPr>
                      <a:endParaRPr sz="1400"/>
                    </a:p>
                  </a:txBody>
                  <a:tcPr marL="28575" marR="28575" marT="19050" marB="19050" anchor="b">
                    <a:lnL w="9525" cap="flat" cmpd="sng">
                      <a:solidFill>
                        <a:srgbClr val="CCCCCC"/>
                      </a:solidFill>
                      <a:prstDash val="solid"/>
                      <a:round/>
                      <a:headEnd type="none" w="sm" len="sm"/>
                      <a:tailEnd type="none" w="sm" len="sm"/>
                    </a:lnL>
                    <a:lnR w="9525" cap="flat" cmpd="sng">
                      <a:solidFill>
                        <a:srgbClr val="CCCCCC"/>
                      </a:solidFill>
                      <a:prstDash val="solid"/>
                      <a:round/>
                      <a:headEnd type="none" w="sm" len="sm"/>
                      <a:tailEnd type="none" w="sm" len="sm"/>
                    </a:lnR>
                    <a:lnT w="9525" cap="flat" cmpd="sng">
                      <a:solidFill>
                        <a:srgbClr val="CCCCCC"/>
                      </a:solidFill>
                      <a:prstDash val="solid"/>
                      <a:round/>
                      <a:headEnd type="none" w="sm" len="sm"/>
                      <a:tailEnd type="none" w="sm" len="sm"/>
                    </a:lnT>
                    <a:lnB w="9525" cap="flat" cmpd="sng">
                      <a:solidFill>
                        <a:srgbClr val="CCCCCC"/>
                      </a:solidFill>
                      <a:prstDash val="solid"/>
                      <a:round/>
                      <a:headEnd type="none" w="sm" len="sm"/>
                      <a:tailEnd type="none" w="sm" len="sm"/>
                    </a:lnB>
                  </a:tcPr>
                </a:tc>
                <a:tc>
                  <a:txBody>
                    <a:bodyPr/>
                    <a:lstStyle/>
                    <a:p>
                      <a:pPr marL="0" lvl="0" indent="0" algn="ctr" rtl="0">
                        <a:spcBef>
                          <a:spcPts val="0"/>
                        </a:spcBef>
                        <a:spcAft>
                          <a:spcPts val="0"/>
                        </a:spcAft>
                        <a:buNone/>
                      </a:pPr>
                      <a:endParaRPr sz="1400"/>
                    </a:p>
                  </a:txBody>
                  <a:tcPr marL="28575" marR="28575" marT="19050" marB="19050" anchor="b">
                    <a:lnL w="9525" cap="flat" cmpd="sng">
                      <a:solidFill>
                        <a:srgbClr val="CCCCCC"/>
                      </a:solidFill>
                      <a:prstDash val="solid"/>
                      <a:round/>
                      <a:headEnd type="none" w="sm" len="sm"/>
                      <a:tailEnd type="none" w="sm" len="sm"/>
                    </a:lnL>
                    <a:lnR w="9525" cap="flat" cmpd="sng">
                      <a:solidFill>
                        <a:srgbClr val="CCCCCC"/>
                      </a:solidFill>
                      <a:prstDash val="solid"/>
                      <a:round/>
                      <a:headEnd type="none" w="sm" len="sm"/>
                      <a:tailEnd type="none" w="sm" len="sm"/>
                    </a:lnR>
                    <a:lnT w="9525" cap="flat" cmpd="sng">
                      <a:solidFill>
                        <a:srgbClr val="CCCCCC"/>
                      </a:solidFill>
                      <a:prstDash val="solid"/>
                      <a:round/>
                      <a:headEnd type="none" w="sm" len="sm"/>
                      <a:tailEnd type="none" w="sm" len="sm"/>
                    </a:lnT>
                    <a:lnB w="9525" cap="flat" cmpd="sng">
                      <a:solidFill>
                        <a:srgbClr val="CCCCCC"/>
                      </a:solidFill>
                      <a:prstDash val="solid"/>
                      <a:round/>
                      <a:headEnd type="none" w="sm" len="sm"/>
                      <a:tailEnd type="none" w="sm" len="sm"/>
                    </a:lnB>
                  </a:tcPr>
                </a:tc>
                <a:tc>
                  <a:txBody>
                    <a:bodyPr/>
                    <a:lstStyle/>
                    <a:p>
                      <a:pPr marL="0" lvl="0" indent="0" algn="ctr" rtl="0">
                        <a:spcBef>
                          <a:spcPts val="0"/>
                        </a:spcBef>
                        <a:spcAft>
                          <a:spcPts val="0"/>
                        </a:spcAft>
                        <a:buNone/>
                      </a:pPr>
                      <a:endParaRPr sz="1400"/>
                    </a:p>
                  </a:txBody>
                  <a:tcPr marL="28575" marR="28575" marT="19050" marB="19050" anchor="b">
                    <a:lnL w="9525" cap="flat" cmpd="sng">
                      <a:solidFill>
                        <a:srgbClr val="CCCCCC"/>
                      </a:solidFill>
                      <a:prstDash val="solid"/>
                      <a:round/>
                      <a:headEnd type="none" w="sm" len="sm"/>
                      <a:tailEnd type="none" w="sm" len="sm"/>
                    </a:lnL>
                    <a:lnR w="9525" cap="flat" cmpd="sng">
                      <a:solidFill>
                        <a:srgbClr val="CCCCCC"/>
                      </a:solidFill>
                      <a:prstDash val="solid"/>
                      <a:round/>
                      <a:headEnd type="none" w="sm" len="sm"/>
                      <a:tailEnd type="none" w="sm" len="sm"/>
                    </a:lnR>
                    <a:lnT w="9525" cap="flat" cmpd="sng">
                      <a:solidFill>
                        <a:srgbClr val="CCCCCC"/>
                      </a:solidFill>
                      <a:prstDash val="solid"/>
                      <a:round/>
                      <a:headEnd type="none" w="sm" len="sm"/>
                      <a:tailEnd type="none" w="sm" len="sm"/>
                    </a:lnT>
                    <a:lnB w="9525" cap="flat" cmpd="sng">
                      <a:solidFill>
                        <a:srgbClr val="CCCCCC"/>
                      </a:solidFill>
                      <a:prstDash val="solid"/>
                      <a:round/>
                      <a:headEnd type="none" w="sm" len="sm"/>
                      <a:tailEnd type="none" w="sm" len="sm"/>
                    </a:lnB>
                  </a:tcPr>
                </a:tc>
                <a:tc>
                  <a:txBody>
                    <a:bodyPr/>
                    <a:lstStyle/>
                    <a:p>
                      <a:pPr marL="0" lvl="0" indent="0" algn="ctr" rtl="0">
                        <a:spcBef>
                          <a:spcPts val="0"/>
                        </a:spcBef>
                        <a:spcAft>
                          <a:spcPts val="0"/>
                        </a:spcAft>
                        <a:buNone/>
                      </a:pPr>
                      <a:endParaRPr sz="1400"/>
                    </a:p>
                  </a:txBody>
                  <a:tcPr marL="28575" marR="28575" marT="19050" marB="19050" anchor="b">
                    <a:lnL w="9525" cap="flat" cmpd="sng">
                      <a:solidFill>
                        <a:srgbClr val="CCCCCC"/>
                      </a:solidFill>
                      <a:prstDash val="solid"/>
                      <a:round/>
                      <a:headEnd type="none" w="sm" len="sm"/>
                      <a:tailEnd type="none" w="sm" len="sm"/>
                    </a:lnL>
                    <a:lnR w="9525" cap="flat" cmpd="sng">
                      <a:solidFill>
                        <a:srgbClr val="CCCCCC"/>
                      </a:solidFill>
                      <a:prstDash val="solid"/>
                      <a:round/>
                      <a:headEnd type="none" w="sm" len="sm"/>
                      <a:tailEnd type="none" w="sm" len="sm"/>
                    </a:lnR>
                    <a:lnT w="9525" cap="flat" cmpd="sng">
                      <a:solidFill>
                        <a:srgbClr val="CCCCCC"/>
                      </a:solidFill>
                      <a:prstDash val="solid"/>
                      <a:round/>
                      <a:headEnd type="none" w="sm" len="sm"/>
                      <a:tailEnd type="none" w="sm" len="sm"/>
                    </a:lnT>
                    <a:lnB w="9525" cap="flat" cmpd="sng">
                      <a:solidFill>
                        <a:srgbClr val="CCCCCC"/>
                      </a:solidFill>
                      <a:prstDash val="solid"/>
                      <a:round/>
                      <a:headEnd type="none" w="sm" len="sm"/>
                      <a:tailEnd type="none" w="sm" len="sm"/>
                    </a:lnB>
                  </a:tcPr>
                </a:tc>
                <a:tc>
                  <a:txBody>
                    <a:bodyPr/>
                    <a:lstStyle/>
                    <a:p>
                      <a:pPr marL="0" lvl="0" indent="0" algn="ctr" rtl="0">
                        <a:spcBef>
                          <a:spcPts val="0"/>
                        </a:spcBef>
                        <a:spcAft>
                          <a:spcPts val="0"/>
                        </a:spcAft>
                        <a:buNone/>
                      </a:pPr>
                      <a:r>
                        <a:rPr lang="en-US" sz="1000" dirty="0"/>
                        <a:t>IF</a:t>
                      </a:r>
                      <a:endParaRPr sz="1000" dirty="0"/>
                    </a:p>
                  </a:txBody>
                  <a:tcPr marL="28575" marR="28575" marT="19050" marB="19050" anchor="b">
                    <a:lnL w="9525" cap="flat" cmpd="sng">
                      <a:solidFill>
                        <a:srgbClr val="CCCCCC"/>
                      </a:solidFill>
                      <a:prstDash val="solid"/>
                      <a:round/>
                      <a:headEnd type="none" w="sm" len="sm"/>
                      <a:tailEnd type="none" w="sm" len="sm"/>
                    </a:lnL>
                    <a:lnR w="9525" cap="flat" cmpd="sng">
                      <a:solidFill>
                        <a:srgbClr val="CCCCCC"/>
                      </a:solidFill>
                      <a:prstDash val="solid"/>
                      <a:round/>
                      <a:headEnd type="none" w="sm" len="sm"/>
                      <a:tailEnd type="none" w="sm" len="sm"/>
                    </a:lnR>
                    <a:lnT w="9525" cap="flat" cmpd="sng" algn="ctr">
                      <a:solidFill>
                        <a:srgbClr val="CCCCCC"/>
                      </a:solidFill>
                      <a:prstDash val="solid"/>
                      <a:round/>
                      <a:headEnd type="none" w="sm" len="sm"/>
                      <a:tailEnd type="none" w="sm" len="sm"/>
                    </a:lnT>
                    <a:lnB w="9525" cap="flat" cmpd="sng">
                      <a:solidFill>
                        <a:srgbClr val="CCCCCC"/>
                      </a:solidFill>
                      <a:prstDash val="solid"/>
                      <a:round/>
                      <a:headEnd type="none" w="sm" len="sm"/>
                      <a:tailEnd type="none" w="sm" len="sm"/>
                    </a:lnB>
                  </a:tcPr>
                </a:tc>
                <a:tc>
                  <a:txBody>
                    <a:bodyPr/>
                    <a:lstStyle/>
                    <a:p>
                      <a:pPr marL="0" lvl="0" indent="0" algn="ctr" rtl="0">
                        <a:lnSpc>
                          <a:spcPct val="115000"/>
                        </a:lnSpc>
                        <a:spcBef>
                          <a:spcPts val="0"/>
                        </a:spcBef>
                        <a:spcAft>
                          <a:spcPts val="0"/>
                        </a:spcAft>
                        <a:buNone/>
                      </a:pPr>
                      <a:r>
                        <a:rPr lang="en" sz="1000" dirty="0"/>
                        <a:t>*</a:t>
                      </a:r>
                      <a:endParaRPr sz="1000" dirty="0"/>
                    </a:p>
                  </a:txBody>
                  <a:tcPr marL="28575" marR="28575" marT="19050" marB="19050" anchor="b">
                    <a:lnL w="9525" cap="flat" cmpd="sng">
                      <a:solidFill>
                        <a:srgbClr val="CCCCCC"/>
                      </a:solidFill>
                      <a:prstDash val="solid"/>
                      <a:round/>
                      <a:headEnd type="none" w="sm" len="sm"/>
                      <a:tailEnd type="none" w="sm" len="sm"/>
                    </a:lnL>
                    <a:lnR w="9525" cap="flat" cmpd="sng">
                      <a:solidFill>
                        <a:srgbClr val="CCCCCC"/>
                      </a:solidFill>
                      <a:prstDash val="solid"/>
                      <a:round/>
                      <a:headEnd type="none" w="sm" len="sm"/>
                      <a:tailEnd type="none" w="sm" len="sm"/>
                    </a:lnR>
                    <a:lnT w="9525" cap="flat" cmpd="sng" algn="ctr">
                      <a:solidFill>
                        <a:srgbClr val="CCCCCC"/>
                      </a:solidFill>
                      <a:prstDash val="solid"/>
                      <a:round/>
                      <a:headEnd type="none" w="sm" len="sm"/>
                      <a:tailEnd type="none" w="sm" len="sm"/>
                    </a:lnT>
                    <a:lnB w="9525" cap="flat" cmpd="sng">
                      <a:solidFill>
                        <a:srgbClr val="CCCCCC"/>
                      </a:solidFill>
                      <a:prstDash val="solid"/>
                      <a:round/>
                      <a:headEnd type="none" w="sm" len="sm"/>
                      <a:tailEnd type="none" w="sm" len="sm"/>
                    </a:lnB>
                  </a:tcPr>
                </a:tc>
                <a:tc>
                  <a:txBody>
                    <a:bodyPr/>
                    <a:lstStyle/>
                    <a:p>
                      <a:pPr marL="0" lvl="0" indent="0" algn="ctr" rtl="0">
                        <a:lnSpc>
                          <a:spcPct val="115000"/>
                        </a:lnSpc>
                        <a:spcBef>
                          <a:spcPts val="0"/>
                        </a:spcBef>
                        <a:spcAft>
                          <a:spcPts val="0"/>
                        </a:spcAft>
                        <a:buNone/>
                      </a:pPr>
                      <a:r>
                        <a:rPr lang="en" sz="1000" dirty="0"/>
                        <a:t>*</a:t>
                      </a:r>
                      <a:endParaRPr sz="1000" dirty="0"/>
                    </a:p>
                  </a:txBody>
                  <a:tcPr marL="28575" marR="28575" marT="19050" marB="19050" anchor="b">
                    <a:lnL w="9525" cap="flat" cmpd="sng">
                      <a:solidFill>
                        <a:srgbClr val="CCCCCC"/>
                      </a:solidFill>
                      <a:prstDash val="solid"/>
                      <a:round/>
                      <a:headEnd type="none" w="sm" len="sm"/>
                      <a:tailEnd type="none" w="sm" len="sm"/>
                    </a:lnL>
                    <a:lnR w="9525" cap="flat" cmpd="sng" algn="ctr">
                      <a:solidFill>
                        <a:srgbClr val="CCCCCC"/>
                      </a:solidFill>
                      <a:prstDash val="solid"/>
                      <a:round/>
                      <a:headEnd type="none" w="sm" len="sm"/>
                      <a:tailEnd type="none" w="sm" len="sm"/>
                    </a:lnR>
                    <a:lnT w="9525" cap="flat" cmpd="sng" algn="ctr">
                      <a:solidFill>
                        <a:srgbClr val="CCCCCC"/>
                      </a:solidFill>
                      <a:prstDash val="solid"/>
                      <a:round/>
                      <a:headEnd type="none" w="sm" len="sm"/>
                      <a:tailEnd type="none" w="sm" len="sm"/>
                    </a:lnT>
                    <a:lnB w="9525" cap="flat" cmpd="sng">
                      <a:solidFill>
                        <a:srgbClr val="CCCCCC"/>
                      </a:solidFill>
                      <a:prstDash val="solid"/>
                      <a:round/>
                      <a:headEnd type="none" w="sm" len="sm"/>
                      <a:tailEnd type="none" w="sm" len="sm"/>
                    </a:lnB>
                  </a:tcPr>
                </a:tc>
                <a:tc>
                  <a:txBody>
                    <a:bodyPr/>
                    <a:lstStyle/>
                    <a:p>
                      <a:pPr marL="0" lvl="0" indent="0" algn="ctr" rtl="0">
                        <a:lnSpc>
                          <a:spcPct val="115000"/>
                        </a:lnSpc>
                        <a:spcBef>
                          <a:spcPts val="0"/>
                        </a:spcBef>
                        <a:spcAft>
                          <a:spcPts val="0"/>
                        </a:spcAft>
                        <a:buNone/>
                      </a:pPr>
                      <a:r>
                        <a:rPr lang="en" sz="1000" dirty="0"/>
                        <a:t>ID</a:t>
                      </a:r>
                      <a:endParaRPr sz="1000" dirty="0"/>
                    </a:p>
                  </a:txBody>
                  <a:tcPr marL="28575" marR="28575" marT="19050" marB="19050" anchor="b">
                    <a:lnL w="9525" cap="flat" cmpd="sng">
                      <a:solidFill>
                        <a:srgbClr val="CCCCCC"/>
                      </a:solidFill>
                      <a:prstDash val="solid"/>
                      <a:round/>
                      <a:headEnd type="none" w="sm" len="sm"/>
                      <a:tailEnd type="none" w="sm" len="sm"/>
                    </a:lnL>
                    <a:lnR w="9525" cap="flat" cmpd="sng">
                      <a:solidFill>
                        <a:srgbClr val="CCCCCC"/>
                      </a:solidFill>
                      <a:prstDash val="solid"/>
                      <a:round/>
                      <a:headEnd type="none" w="sm" len="sm"/>
                      <a:tailEnd type="none" w="sm" len="sm"/>
                    </a:lnR>
                    <a:lnT w="9525" cap="flat" cmpd="sng" algn="ctr">
                      <a:solidFill>
                        <a:srgbClr val="CCCCCC"/>
                      </a:solidFill>
                      <a:prstDash val="solid"/>
                      <a:round/>
                      <a:headEnd type="none" w="sm" len="sm"/>
                      <a:tailEnd type="none" w="sm" len="sm"/>
                    </a:lnT>
                    <a:lnB w="9525" cap="flat" cmpd="sng">
                      <a:solidFill>
                        <a:srgbClr val="CCCCCC"/>
                      </a:solidFill>
                      <a:prstDash val="solid"/>
                      <a:round/>
                      <a:headEnd type="none" w="sm" len="sm"/>
                      <a:tailEnd type="none" w="sm" len="sm"/>
                    </a:lnB>
                  </a:tcPr>
                </a:tc>
                <a:tc>
                  <a:txBody>
                    <a:bodyPr/>
                    <a:lstStyle/>
                    <a:p>
                      <a:pPr marL="0" lvl="0" indent="0" algn="ctr" rtl="0">
                        <a:lnSpc>
                          <a:spcPct val="115000"/>
                        </a:lnSpc>
                        <a:spcBef>
                          <a:spcPts val="0"/>
                        </a:spcBef>
                        <a:spcAft>
                          <a:spcPts val="0"/>
                        </a:spcAft>
                        <a:buNone/>
                      </a:pPr>
                      <a:r>
                        <a:rPr lang="en" sz="1000" dirty="0"/>
                        <a:t>EX</a:t>
                      </a:r>
                      <a:endParaRPr sz="1000" dirty="0"/>
                    </a:p>
                  </a:txBody>
                  <a:tcPr marL="28575" marR="28575" marT="19050" marB="19050" anchor="b">
                    <a:lnL w="9525" cap="flat" cmpd="sng">
                      <a:solidFill>
                        <a:srgbClr val="CCCCCC"/>
                      </a:solidFill>
                      <a:prstDash val="solid"/>
                      <a:round/>
                      <a:headEnd type="none" w="sm" len="sm"/>
                      <a:tailEnd type="none" w="sm" len="sm"/>
                    </a:lnL>
                    <a:lnR w="9525" cap="flat" cmpd="sng">
                      <a:solidFill>
                        <a:srgbClr val="CCCCCC"/>
                      </a:solidFill>
                      <a:prstDash val="solid"/>
                      <a:round/>
                      <a:headEnd type="none" w="sm" len="sm"/>
                      <a:tailEnd type="none" w="sm" len="sm"/>
                    </a:lnR>
                    <a:lnT w="9525" cap="flat" cmpd="sng">
                      <a:solidFill>
                        <a:srgbClr val="CCCCCC"/>
                      </a:solidFill>
                      <a:prstDash val="solid"/>
                      <a:round/>
                      <a:headEnd type="none" w="sm" len="sm"/>
                      <a:tailEnd type="none" w="sm" len="sm"/>
                    </a:lnT>
                    <a:lnB w="9525" cap="flat" cmpd="sng">
                      <a:solidFill>
                        <a:srgbClr val="CCCCCC"/>
                      </a:solidFill>
                      <a:prstDash val="solid"/>
                      <a:round/>
                      <a:headEnd type="none" w="sm" len="sm"/>
                      <a:tailEnd type="none" w="sm" len="sm"/>
                    </a:lnB>
                  </a:tcPr>
                </a:tc>
                <a:tc>
                  <a:txBody>
                    <a:bodyPr/>
                    <a:lstStyle/>
                    <a:p>
                      <a:pPr marL="0" lvl="0" indent="0" algn="ctr" rtl="0">
                        <a:lnSpc>
                          <a:spcPct val="115000"/>
                        </a:lnSpc>
                        <a:spcBef>
                          <a:spcPts val="0"/>
                        </a:spcBef>
                        <a:spcAft>
                          <a:spcPts val="0"/>
                        </a:spcAft>
                        <a:buNone/>
                      </a:pPr>
                      <a:r>
                        <a:rPr lang="en" sz="1000" dirty="0"/>
                        <a:t>ME</a:t>
                      </a:r>
                      <a:endParaRPr sz="1000" dirty="0"/>
                    </a:p>
                  </a:txBody>
                  <a:tcPr marL="28575" marR="28575" marT="19050" marB="19050" anchor="b">
                    <a:lnL w="9525" cap="flat" cmpd="sng">
                      <a:solidFill>
                        <a:srgbClr val="CCCCCC"/>
                      </a:solidFill>
                      <a:prstDash val="solid"/>
                      <a:round/>
                      <a:headEnd type="none" w="sm" len="sm"/>
                      <a:tailEnd type="none" w="sm" len="sm"/>
                    </a:lnL>
                    <a:lnR w="9525" cap="flat" cmpd="sng">
                      <a:solidFill>
                        <a:srgbClr val="CCCCCC"/>
                      </a:solidFill>
                      <a:prstDash val="solid"/>
                      <a:round/>
                      <a:headEnd type="none" w="sm" len="sm"/>
                      <a:tailEnd type="none" w="sm" len="sm"/>
                    </a:lnR>
                    <a:lnT w="9525" cap="flat" cmpd="sng">
                      <a:solidFill>
                        <a:srgbClr val="CCCCCC"/>
                      </a:solidFill>
                      <a:prstDash val="solid"/>
                      <a:round/>
                      <a:headEnd type="none" w="sm" len="sm"/>
                      <a:tailEnd type="none" w="sm" len="sm"/>
                    </a:lnT>
                    <a:lnB w="9525" cap="flat" cmpd="sng">
                      <a:solidFill>
                        <a:srgbClr val="CCCCCC"/>
                      </a:solidFill>
                      <a:prstDash val="solid"/>
                      <a:round/>
                      <a:headEnd type="none" w="sm" len="sm"/>
                      <a:tailEnd type="none" w="sm" len="sm"/>
                    </a:lnB>
                  </a:tcPr>
                </a:tc>
                <a:tc>
                  <a:txBody>
                    <a:bodyPr/>
                    <a:lstStyle/>
                    <a:p>
                      <a:pPr marL="0" lvl="0" indent="0" algn="ctr" rtl="0">
                        <a:lnSpc>
                          <a:spcPct val="115000"/>
                        </a:lnSpc>
                        <a:spcBef>
                          <a:spcPts val="0"/>
                        </a:spcBef>
                        <a:spcAft>
                          <a:spcPts val="0"/>
                        </a:spcAft>
                        <a:buNone/>
                      </a:pPr>
                      <a:r>
                        <a:rPr lang="en" sz="1000" dirty="0"/>
                        <a:t>WB</a:t>
                      </a:r>
                      <a:endParaRPr sz="1000" dirty="0"/>
                    </a:p>
                  </a:txBody>
                  <a:tcPr marL="28575" marR="28575" marT="19050" marB="19050" anchor="b">
                    <a:lnL w="9525" cap="flat" cmpd="sng">
                      <a:solidFill>
                        <a:srgbClr val="CCCCCC"/>
                      </a:solidFill>
                      <a:prstDash val="solid"/>
                      <a:round/>
                      <a:headEnd type="none" w="sm" len="sm"/>
                      <a:tailEnd type="none" w="sm" len="sm"/>
                    </a:lnL>
                    <a:lnR w="9525" cap="flat" cmpd="sng">
                      <a:solidFill>
                        <a:srgbClr val="CCCCCC"/>
                      </a:solidFill>
                      <a:prstDash val="solid"/>
                      <a:round/>
                      <a:headEnd type="none" w="sm" len="sm"/>
                      <a:tailEnd type="none" w="sm" len="sm"/>
                    </a:lnR>
                    <a:lnT w="9525" cap="flat" cmpd="sng">
                      <a:solidFill>
                        <a:srgbClr val="CCCCCC"/>
                      </a:solidFill>
                      <a:prstDash val="solid"/>
                      <a:round/>
                      <a:headEnd type="none" w="sm" len="sm"/>
                      <a:tailEnd type="none" w="sm" len="sm"/>
                    </a:lnT>
                    <a:lnB w="9525" cap="flat" cmpd="sng">
                      <a:solidFill>
                        <a:srgbClr val="CCCCCC"/>
                      </a:solidFill>
                      <a:prstDash val="solid"/>
                      <a:round/>
                      <a:headEnd type="none" w="sm" len="sm"/>
                      <a:tailEnd type="none" w="sm" len="sm"/>
                    </a:lnB>
                  </a:tcPr>
                </a:tc>
                <a:tc>
                  <a:txBody>
                    <a:bodyPr/>
                    <a:lstStyle/>
                    <a:p>
                      <a:pPr marL="0" lvl="0" indent="0" algn="ctr" rtl="0">
                        <a:lnSpc>
                          <a:spcPct val="115000"/>
                        </a:lnSpc>
                        <a:spcBef>
                          <a:spcPts val="0"/>
                        </a:spcBef>
                        <a:spcAft>
                          <a:spcPts val="0"/>
                        </a:spcAft>
                        <a:buNone/>
                      </a:pPr>
                      <a:endParaRPr sz="1000" dirty="0"/>
                    </a:p>
                  </a:txBody>
                  <a:tcPr marL="28575" marR="28575" marT="19050" marB="19050" anchor="b">
                    <a:lnL w="9525" cap="flat" cmpd="sng" algn="ctr">
                      <a:solidFill>
                        <a:srgbClr val="CCCCCC"/>
                      </a:solidFill>
                      <a:prstDash val="solid"/>
                      <a:round/>
                      <a:headEnd type="none" w="sm" len="sm"/>
                      <a:tailEnd type="none" w="sm" len="sm"/>
                    </a:lnL>
                    <a:lnR w="9525" cap="flat" cmpd="sng">
                      <a:solidFill>
                        <a:srgbClr val="CCCCCC"/>
                      </a:solidFill>
                      <a:prstDash val="solid"/>
                      <a:round/>
                      <a:headEnd type="none" w="sm" len="sm"/>
                      <a:tailEnd type="none" w="sm" len="sm"/>
                    </a:lnR>
                    <a:lnT w="9525" cap="flat" cmpd="sng">
                      <a:solidFill>
                        <a:srgbClr val="CCCCCC"/>
                      </a:solidFill>
                      <a:prstDash val="solid"/>
                      <a:round/>
                      <a:headEnd type="none" w="sm" len="sm"/>
                      <a:tailEnd type="none" w="sm" len="sm"/>
                    </a:lnT>
                    <a:lnB w="9525" cap="flat" cmpd="sng">
                      <a:solidFill>
                        <a:srgbClr val="CCCCCC"/>
                      </a:solidFill>
                      <a:prstDash val="solid"/>
                      <a:round/>
                      <a:headEnd type="none" w="sm" len="sm"/>
                      <a:tailEnd type="none" w="sm" len="sm"/>
                    </a:lnB>
                  </a:tcPr>
                </a:tc>
                <a:tc>
                  <a:txBody>
                    <a:bodyPr/>
                    <a:lstStyle/>
                    <a:p>
                      <a:pPr marL="0" lvl="0" indent="0" algn="ctr" rtl="0">
                        <a:lnSpc>
                          <a:spcPct val="115000"/>
                        </a:lnSpc>
                        <a:spcBef>
                          <a:spcPts val="0"/>
                        </a:spcBef>
                        <a:spcAft>
                          <a:spcPts val="0"/>
                        </a:spcAft>
                        <a:buNone/>
                      </a:pPr>
                      <a:endParaRPr sz="1000" dirty="0"/>
                    </a:p>
                  </a:txBody>
                  <a:tcPr marL="28575" marR="28575" marT="19050" marB="19050" anchor="b">
                    <a:lnL w="9525" cap="flat" cmpd="sng">
                      <a:solidFill>
                        <a:srgbClr val="CCCCCC"/>
                      </a:solidFill>
                      <a:prstDash val="solid"/>
                      <a:round/>
                      <a:headEnd type="none" w="sm" len="sm"/>
                      <a:tailEnd type="none" w="sm" len="sm"/>
                    </a:lnL>
                    <a:lnR w="9525" cap="flat" cmpd="sng">
                      <a:solidFill>
                        <a:srgbClr val="CCCCCC"/>
                      </a:solidFill>
                      <a:prstDash val="solid"/>
                      <a:round/>
                      <a:headEnd type="none" w="sm" len="sm"/>
                      <a:tailEnd type="none" w="sm" len="sm"/>
                    </a:lnR>
                    <a:lnT w="9525" cap="flat" cmpd="sng">
                      <a:solidFill>
                        <a:srgbClr val="CCCCCC"/>
                      </a:solidFill>
                      <a:prstDash val="solid"/>
                      <a:round/>
                      <a:headEnd type="none" w="sm" len="sm"/>
                      <a:tailEnd type="none" w="sm" len="sm"/>
                    </a:lnT>
                    <a:lnB w="9525" cap="flat" cmpd="sng">
                      <a:solidFill>
                        <a:srgbClr val="CCCCCC"/>
                      </a:solidFill>
                      <a:prstDash val="solid"/>
                      <a:round/>
                      <a:headEnd type="none" w="sm" len="sm"/>
                      <a:tailEnd type="none" w="sm" len="sm"/>
                    </a:lnB>
                  </a:tcPr>
                </a:tc>
                <a:tc>
                  <a:txBody>
                    <a:bodyPr/>
                    <a:lstStyle/>
                    <a:p>
                      <a:pPr marL="0" lvl="0" indent="0" algn="ctr" rtl="0">
                        <a:lnSpc>
                          <a:spcPct val="115000"/>
                        </a:lnSpc>
                        <a:spcBef>
                          <a:spcPts val="0"/>
                        </a:spcBef>
                        <a:spcAft>
                          <a:spcPts val="0"/>
                        </a:spcAft>
                        <a:buNone/>
                      </a:pPr>
                      <a:endParaRPr sz="1000"/>
                    </a:p>
                  </a:txBody>
                  <a:tcPr marL="28575" marR="28575" marT="19050" marB="19050" anchor="b">
                    <a:lnL w="9525" cap="flat" cmpd="sng">
                      <a:solidFill>
                        <a:srgbClr val="CCCCCC"/>
                      </a:solidFill>
                      <a:prstDash val="solid"/>
                      <a:round/>
                      <a:headEnd type="none" w="sm" len="sm"/>
                      <a:tailEnd type="none" w="sm" len="sm"/>
                    </a:lnL>
                    <a:lnR w="9525" cap="flat" cmpd="sng">
                      <a:solidFill>
                        <a:srgbClr val="CCCCCC"/>
                      </a:solidFill>
                      <a:prstDash val="solid"/>
                      <a:round/>
                      <a:headEnd type="none" w="sm" len="sm"/>
                      <a:tailEnd type="none" w="sm" len="sm"/>
                    </a:lnR>
                    <a:lnT w="9525" cap="flat" cmpd="sng">
                      <a:solidFill>
                        <a:srgbClr val="CCCCCC"/>
                      </a:solidFill>
                      <a:prstDash val="solid"/>
                      <a:round/>
                      <a:headEnd type="none" w="sm" len="sm"/>
                      <a:tailEnd type="none" w="sm" len="sm"/>
                    </a:lnT>
                    <a:lnB w="9525" cap="flat" cmpd="sng">
                      <a:solidFill>
                        <a:srgbClr val="CCCCCC"/>
                      </a:solidFill>
                      <a:prstDash val="solid"/>
                      <a:round/>
                      <a:headEnd type="none" w="sm" len="sm"/>
                      <a:tailEnd type="none" w="sm" len="sm"/>
                    </a:lnB>
                  </a:tcPr>
                </a:tc>
                <a:extLst>
                  <a:ext uri="{0D108BD9-81ED-4DB2-BD59-A6C34878D82A}">
                    <a16:rowId xmlns:a16="http://schemas.microsoft.com/office/drawing/2014/main" val="10003"/>
                  </a:ext>
                </a:extLst>
              </a:tr>
              <a:tr h="501600">
                <a:tc>
                  <a:txBody>
                    <a:bodyPr/>
                    <a:lstStyle/>
                    <a:p>
                      <a:pPr marL="0" lvl="0" indent="0" algn="l" rtl="0">
                        <a:lnSpc>
                          <a:spcPct val="115000"/>
                        </a:lnSpc>
                        <a:spcBef>
                          <a:spcPts val="0"/>
                        </a:spcBef>
                        <a:spcAft>
                          <a:spcPts val="0"/>
                        </a:spcAft>
                        <a:buNone/>
                      </a:pPr>
                      <a:r>
                        <a:rPr lang="en" sz="1000"/>
                        <a:t>4. ADD.D</a:t>
                      </a:r>
                      <a:endParaRPr sz="1000"/>
                    </a:p>
                  </a:txBody>
                  <a:tcPr marL="28575" marR="28575" marT="19050" marB="19050" anchor="b">
                    <a:lnL w="9525" cap="flat" cmpd="sng">
                      <a:solidFill>
                        <a:srgbClr val="CCCCCC"/>
                      </a:solidFill>
                      <a:prstDash val="solid"/>
                      <a:round/>
                      <a:headEnd type="none" w="sm" len="sm"/>
                      <a:tailEnd type="none" w="sm" len="sm"/>
                    </a:lnL>
                    <a:lnR w="9525" cap="flat" cmpd="sng">
                      <a:solidFill>
                        <a:srgbClr val="CCCCCC"/>
                      </a:solidFill>
                      <a:prstDash val="solid"/>
                      <a:round/>
                      <a:headEnd type="none" w="sm" len="sm"/>
                      <a:tailEnd type="none" w="sm" len="sm"/>
                    </a:lnR>
                    <a:lnT w="9525" cap="flat" cmpd="sng">
                      <a:solidFill>
                        <a:srgbClr val="CCCCCC"/>
                      </a:solidFill>
                      <a:prstDash val="solid"/>
                      <a:round/>
                      <a:headEnd type="none" w="sm" len="sm"/>
                      <a:tailEnd type="none" w="sm" len="sm"/>
                    </a:lnT>
                    <a:lnB w="9525" cap="flat" cmpd="sng">
                      <a:solidFill>
                        <a:srgbClr val="CCCCCC"/>
                      </a:solidFill>
                      <a:prstDash val="solid"/>
                      <a:round/>
                      <a:headEnd type="none" w="sm" len="sm"/>
                      <a:tailEnd type="none" w="sm" len="sm"/>
                    </a:lnB>
                  </a:tcPr>
                </a:tc>
                <a:tc>
                  <a:txBody>
                    <a:bodyPr/>
                    <a:lstStyle/>
                    <a:p>
                      <a:pPr marL="0" lvl="0" indent="0" algn="ctr" rtl="0">
                        <a:spcBef>
                          <a:spcPts val="0"/>
                        </a:spcBef>
                        <a:spcAft>
                          <a:spcPts val="0"/>
                        </a:spcAft>
                        <a:buNone/>
                      </a:pPr>
                      <a:endParaRPr sz="1400"/>
                    </a:p>
                  </a:txBody>
                  <a:tcPr marL="28575" marR="28575" marT="19050" marB="19050" anchor="b">
                    <a:lnL w="9525" cap="flat" cmpd="sng">
                      <a:solidFill>
                        <a:srgbClr val="CCCCCC"/>
                      </a:solidFill>
                      <a:prstDash val="solid"/>
                      <a:round/>
                      <a:headEnd type="none" w="sm" len="sm"/>
                      <a:tailEnd type="none" w="sm" len="sm"/>
                    </a:lnL>
                    <a:lnR w="9525" cap="flat" cmpd="sng">
                      <a:solidFill>
                        <a:srgbClr val="CCCCCC"/>
                      </a:solidFill>
                      <a:prstDash val="solid"/>
                      <a:round/>
                      <a:headEnd type="none" w="sm" len="sm"/>
                      <a:tailEnd type="none" w="sm" len="sm"/>
                    </a:lnR>
                    <a:lnT w="9525" cap="flat" cmpd="sng">
                      <a:solidFill>
                        <a:srgbClr val="CCCCCC"/>
                      </a:solidFill>
                      <a:prstDash val="solid"/>
                      <a:round/>
                      <a:headEnd type="none" w="sm" len="sm"/>
                      <a:tailEnd type="none" w="sm" len="sm"/>
                    </a:lnT>
                    <a:lnB w="9525" cap="flat" cmpd="sng">
                      <a:solidFill>
                        <a:srgbClr val="CCCCCC"/>
                      </a:solidFill>
                      <a:prstDash val="solid"/>
                      <a:round/>
                      <a:headEnd type="none" w="sm" len="sm"/>
                      <a:tailEnd type="none" w="sm" len="sm"/>
                    </a:lnB>
                  </a:tcPr>
                </a:tc>
                <a:tc>
                  <a:txBody>
                    <a:bodyPr/>
                    <a:lstStyle/>
                    <a:p>
                      <a:pPr marL="0" lvl="0" indent="0" algn="ctr" rtl="0">
                        <a:spcBef>
                          <a:spcPts val="0"/>
                        </a:spcBef>
                        <a:spcAft>
                          <a:spcPts val="0"/>
                        </a:spcAft>
                        <a:buNone/>
                      </a:pPr>
                      <a:endParaRPr sz="1400"/>
                    </a:p>
                  </a:txBody>
                  <a:tcPr marL="28575" marR="28575" marT="19050" marB="19050" anchor="b">
                    <a:lnL w="9525" cap="flat" cmpd="sng">
                      <a:solidFill>
                        <a:srgbClr val="CCCCCC"/>
                      </a:solidFill>
                      <a:prstDash val="solid"/>
                      <a:round/>
                      <a:headEnd type="none" w="sm" len="sm"/>
                      <a:tailEnd type="none" w="sm" len="sm"/>
                    </a:lnL>
                    <a:lnR w="9525" cap="flat" cmpd="sng">
                      <a:solidFill>
                        <a:srgbClr val="CCCCCC"/>
                      </a:solidFill>
                      <a:prstDash val="solid"/>
                      <a:round/>
                      <a:headEnd type="none" w="sm" len="sm"/>
                      <a:tailEnd type="none" w="sm" len="sm"/>
                    </a:lnR>
                    <a:lnT w="9525" cap="flat" cmpd="sng">
                      <a:solidFill>
                        <a:srgbClr val="CCCCCC"/>
                      </a:solidFill>
                      <a:prstDash val="solid"/>
                      <a:round/>
                      <a:headEnd type="none" w="sm" len="sm"/>
                      <a:tailEnd type="none" w="sm" len="sm"/>
                    </a:lnT>
                    <a:lnB w="9525" cap="flat" cmpd="sng">
                      <a:solidFill>
                        <a:srgbClr val="CCCCCC"/>
                      </a:solidFill>
                      <a:prstDash val="solid"/>
                      <a:round/>
                      <a:headEnd type="none" w="sm" len="sm"/>
                      <a:tailEnd type="none" w="sm" len="sm"/>
                    </a:lnB>
                  </a:tcPr>
                </a:tc>
                <a:tc>
                  <a:txBody>
                    <a:bodyPr/>
                    <a:lstStyle/>
                    <a:p>
                      <a:pPr marL="0" lvl="0" indent="0" algn="ctr" rtl="0">
                        <a:spcBef>
                          <a:spcPts val="0"/>
                        </a:spcBef>
                        <a:spcAft>
                          <a:spcPts val="0"/>
                        </a:spcAft>
                        <a:buNone/>
                      </a:pPr>
                      <a:endParaRPr sz="1400"/>
                    </a:p>
                  </a:txBody>
                  <a:tcPr marL="28575" marR="28575" marT="19050" marB="19050" anchor="b">
                    <a:lnL w="9525" cap="flat" cmpd="sng">
                      <a:solidFill>
                        <a:srgbClr val="CCCCCC"/>
                      </a:solidFill>
                      <a:prstDash val="solid"/>
                      <a:round/>
                      <a:headEnd type="none" w="sm" len="sm"/>
                      <a:tailEnd type="none" w="sm" len="sm"/>
                    </a:lnL>
                    <a:lnR w="9525" cap="flat" cmpd="sng">
                      <a:solidFill>
                        <a:srgbClr val="CCCCCC"/>
                      </a:solidFill>
                      <a:prstDash val="solid"/>
                      <a:round/>
                      <a:headEnd type="none" w="sm" len="sm"/>
                      <a:tailEnd type="none" w="sm" len="sm"/>
                    </a:lnR>
                    <a:lnT w="9525" cap="flat" cmpd="sng">
                      <a:solidFill>
                        <a:srgbClr val="CCCCCC"/>
                      </a:solidFill>
                      <a:prstDash val="solid"/>
                      <a:round/>
                      <a:headEnd type="none" w="sm" len="sm"/>
                      <a:tailEnd type="none" w="sm" len="sm"/>
                    </a:lnT>
                    <a:lnB w="9525" cap="flat" cmpd="sng">
                      <a:solidFill>
                        <a:srgbClr val="CCCCCC"/>
                      </a:solidFill>
                      <a:prstDash val="solid"/>
                      <a:round/>
                      <a:headEnd type="none" w="sm" len="sm"/>
                      <a:tailEnd type="none" w="sm" len="sm"/>
                    </a:lnB>
                  </a:tcPr>
                </a:tc>
                <a:tc>
                  <a:txBody>
                    <a:bodyPr/>
                    <a:lstStyle/>
                    <a:p>
                      <a:pPr marL="0" lvl="0" indent="0" algn="ctr" rtl="0">
                        <a:spcBef>
                          <a:spcPts val="0"/>
                        </a:spcBef>
                        <a:spcAft>
                          <a:spcPts val="0"/>
                        </a:spcAft>
                        <a:buNone/>
                      </a:pPr>
                      <a:endParaRPr sz="1400"/>
                    </a:p>
                  </a:txBody>
                  <a:tcPr marL="28575" marR="28575" marT="19050" marB="19050" anchor="b">
                    <a:lnL w="9525" cap="flat" cmpd="sng">
                      <a:solidFill>
                        <a:srgbClr val="CCCCCC"/>
                      </a:solidFill>
                      <a:prstDash val="solid"/>
                      <a:round/>
                      <a:headEnd type="none" w="sm" len="sm"/>
                      <a:tailEnd type="none" w="sm" len="sm"/>
                    </a:lnL>
                    <a:lnR w="9525" cap="flat" cmpd="sng">
                      <a:solidFill>
                        <a:srgbClr val="CCCCCC"/>
                      </a:solidFill>
                      <a:prstDash val="solid"/>
                      <a:round/>
                      <a:headEnd type="none" w="sm" len="sm"/>
                      <a:tailEnd type="none" w="sm" len="sm"/>
                    </a:lnR>
                    <a:lnT w="9525" cap="flat" cmpd="sng">
                      <a:solidFill>
                        <a:srgbClr val="CCCCCC"/>
                      </a:solidFill>
                      <a:prstDash val="solid"/>
                      <a:round/>
                      <a:headEnd type="none" w="sm" len="sm"/>
                      <a:tailEnd type="none" w="sm" len="sm"/>
                    </a:lnT>
                    <a:lnB w="9525" cap="flat" cmpd="sng">
                      <a:solidFill>
                        <a:srgbClr val="CCCCCC"/>
                      </a:solidFill>
                      <a:prstDash val="solid"/>
                      <a:round/>
                      <a:headEnd type="none" w="sm" len="sm"/>
                      <a:tailEnd type="none" w="sm" len="sm"/>
                    </a:lnB>
                  </a:tcPr>
                </a:tc>
                <a:tc>
                  <a:txBody>
                    <a:bodyPr/>
                    <a:lstStyle/>
                    <a:p>
                      <a:pPr marL="0" lvl="0" indent="0" algn="ctr" rtl="0">
                        <a:spcBef>
                          <a:spcPts val="0"/>
                        </a:spcBef>
                        <a:spcAft>
                          <a:spcPts val="0"/>
                        </a:spcAft>
                        <a:buNone/>
                      </a:pPr>
                      <a:endParaRPr sz="1400" dirty="0"/>
                    </a:p>
                  </a:txBody>
                  <a:tcPr marL="28575" marR="28575" marT="19050" marB="19050" anchor="b">
                    <a:lnL w="9525" cap="flat" cmpd="sng">
                      <a:solidFill>
                        <a:srgbClr val="CCCCCC"/>
                      </a:solidFill>
                      <a:prstDash val="solid"/>
                      <a:round/>
                      <a:headEnd type="none" w="sm" len="sm"/>
                      <a:tailEnd type="none" w="sm" len="sm"/>
                    </a:lnL>
                    <a:lnR w="9525" cap="flat" cmpd="sng">
                      <a:solidFill>
                        <a:srgbClr val="CCCCCC"/>
                      </a:solidFill>
                      <a:prstDash val="solid"/>
                      <a:round/>
                      <a:headEnd type="none" w="sm" len="sm"/>
                      <a:tailEnd type="none" w="sm" len="sm"/>
                    </a:lnR>
                    <a:lnT w="9525" cap="flat" cmpd="sng">
                      <a:solidFill>
                        <a:srgbClr val="CCCCCC"/>
                      </a:solidFill>
                      <a:prstDash val="solid"/>
                      <a:round/>
                      <a:headEnd type="none" w="sm" len="sm"/>
                      <a:tailEnd type="none" w="sm" len="sm"/>
                    </a:lnT>
                    <a:lnB w="9525" cap="flat" cmpd="sng">
                      <a:solidFill>
                        <a:srgbClr val="CCCCCC"/>
                      </a:solidFill>
                      <a:prstDash val="solid"/>
                      <a:round/>
                      <a:headEnd type="none" w="sm" len="sm"/>
                      <a:tailEnd type="none" w="sm" len="sm"/>
                    </a:lnB>
                  </a:tcPr>
                </a:tc>
                <a:tc>
                  <a:txBody>
                    <a:bodyPr/>
                    <a:lstStyle/>
                    <a:p>
                      <a:pPr marL="0" lvl="0" indent="0" algn="ctr" rtl="0">
                        <a:lnSpc>
                          <a:spcPct val="115000"/>
                        </a:lnSpc>
                        <a:spcBef>
                          <a:spcPts val="0"/>
                        </a:spcBef>
                        <a:spcAft>
                          <a:spcPts val="0"/>
                        </a:spcAft>
                        <a:buNone/>
                      </a:pPr>
                      <a:endParaRPr sz="1000"/>
                    </a:p>
                  </a:txBody>
                  <a:tcPr marL="28575" marR="28575" marT="19050" marB="19050" anchor="b">
                    <a:lnL w="9525" cap="flat" cmpd="sng">
                      <a:solidFill>
                        <a:srgbClr val="CCCCCC"/>
                      </a:solidFill>
                      <a:prstDash val="solid"/>
                      <a:round/>
                      <a:headEnd type="none" w="sm" len="sm"/>
                      <a:tailEnd type="none" w="sm" len="sm"/>
                    </a:lnL>
                    <a:lnR w="9525" cap="flat" cmpd="sng">
                      <a:solidFill>
                        <a:srgbClr val="CCCCCC"/>
                      </a:solidFill>
                      <a:prstDash val="solid"/>
                      <a:round/>
                      <a:headEnd type="none" w="sm" len="sm"/>
                      <a:tailEnd type="none" w="sm" len="sm"/>
                    </a:lnR>
                    <a:lnT w="9525" cap="flat" cmpd="sng">
                      <a:solidFill>
                        <a:srgbClr val="CCCCCC"/>
                      </a:solidFill>
                      <a:prstDash val="solid"/>
                      <a:round/>
                      <a:headEnd type="none" w="sm" len="sm"/>
                      <a:tailEnd type="none" w="sm" len="sm"/>
                    </a:lnT>
                    <a:lnB w="9525" cap="flat" cmpd="sng">
                      <a:solidFill>
                        <a:srgbClr val="CCCCCC"/>
                      </a:solidFill>
                      <a:prstDash val="solid"/>
                      <a:round/>
                      <a:headEnd type="none" w="sm" len="sm"/>
                      <a:tailEnd type="none" w="sm" len="sm"/>
                    </a:lnB>
                  </a:tcPr>
                </a:tc>
                <a:tc>
                  <a:txBody>
                    <a:bodyPr/>
                    <a:lstStyle/>
                    <a:p>
                      <a:pPr marL="0" lvl="0" indent="0" algn="ctr" rtl="0">
                        <a:lnSpc>
                          <a:spcPct val="115000"/>
                        </a:lnSpc>
                        <a:spcBef>
                          <a:spcPts val="0"/>
                        </a:spcBef>
                        <a:spcAft>
                          <a:spcPts val="0"/>
                        </a:spcAft>
                        <a:buNone/>
                      </a:pPr>
                      <a:endParaRPr sz="1000"/>
                    </a:p>
                  </a:txBody>
                  <a:tcPr marL="28575" marR="28575" marT="19050" marB="19050" anchor="b">
                    <a:lnL w="9525" cap="flat" cmpd="sng">
                      <a:solidFill>
                        <a:srgbClr val="CCCCCC"/>
                      </a:solidFill>
                      <a:prstDash val="solid"/>
                      <a:round/>
                      <a:headEnd type="none" w="sm" len="sm"/>
                      <a:tailEnd type="none" w="sm" len="sm"/>
                    </a:lnL>
                    <a:lnR w="9525" cap="flat" cmpd="sng">
                      <a:solidFill>
                        <a:srgbClr val="CCCCCC"/>
                      </a:solidFill>
                      <a:prstDash val="solid"/>
                      <a:round/>
                      <a:headEnd type="none" w="sm" len="sm"/>
                      <a:tailEnd type="none" w="sm" len="sm"/>
                    </a:lnR>
                    <a:lnT w="9525" cap="flat" cmpd="sng">
                      <a:solidFill>
                        <a:srgbClr val="CCCCCC"/>
                      </a:solidFill>
                      <a:prstDash val="solid"/>
                      <a:round/>
                      <a:headEnd type="none" w="sm" len="sm"/>
                      <a:tailEnd type="none" w="sm" len="sm"/>
                    </a:lnT>
                    <a:lnB w="9525" cap="flat" cmpd="sng">
                      <a:solidFill>
                        <a:srgbClr val="CCCCCC"/>
                      </a:solidFill>
                      <a:prstDash val="solid"/>
                      <a:round/>
                      <a:headEnd type="none" w="sm" len="sm"/>
                      <a:tailEnd type="none" w="sm" len="sm"/>
                    </a:lnB>
                  </a:tcPr>
                </a:tc>
                <a:tc>
                  <a:txBody>
                    <a:bodyPr/>
                    <a:lstStyle/>
                    <a:p>
                      <a:pPr marL="0" lvl="0" indent="0" algn="ctr" rtl="0">
                        <a:lnSpc>
                          <a:spcPct val="115000"/>
                        </a:lnSpc>
                        <a:spcBef>
                          <a:spcPts val="0"/>
                        </a:spcBef>
                        <a:spcAft>
                          <a:spcPts val="0"/>
                        </a:spcAft>
                        <a:buNone/>
                      </a:pPr>
                      <a:r>
                        <a:rPr lang="en-US" sz="1000" dirty="0"/>
                        <a:t>IF</a:t>
                      </a:r>
                      <a:endParaRPr sz="1000" dirty="0"/>
                    </a:p>
                  </a:txBody>
                  <a:tcPr marL="28575" marR="28575" marT="19050" marB="19050" anchor="b">
                    <a:lnL w="9525" cap="flat" cmpd="sng">
                      <a:solidFill>
                        <a:srgbClr val="CCCCCC"/>
                      </a:solidFill>
                      <a:prstDash val="solid"/>
                      <a:round/>
                      <a:headEnd type="none" w="sm" len="sm"/>
                      <a:tailEnd type="none" w="sm" len="sm"/>
                    </a:lnL>
                    <a:lnR w="9525" cap="flat" cmpd="sng">
                      <a:solidFill>
                        <a:srgbClr val="CCCCCC"/>
                      </a:solidFill>
                      <a:prstDash val="solid"/>
                      <a:round/>
                      <a:headEnd type="none" w="sm" len="sm"/>
                      <a:tailEnd type="none" w="sm" len="sm"/>
                    </a:lnR>
                    <a:lnT w="9525" cap="flat" cmpd="sng" algn="ctr">
                      <a:solidFill>
                        <a:srgbClr val="CCCCCC"/>
                      </a:solidFill>
                      <a:prstDash val="solid"/>
                      <a:round/>
                      <a:headEnd type="none" w="sm" len="sm"/>
                      <a:tailEnd type="none" w="sm" len="sm"/>
                    </a:lnT>
                    <a:lnB w="9525" cap="flat" cmpd="sng">
                      <a:solidFill>
                        <a:srgbClr val="CCCCCC"/>
                      </a:solidFill>
                      <a:prstDash val="solid"/>
                      <a:round/>
                      <a:headEnd type="none" w="sm" len="sm"/>
                      <a:tailEnd type="none" w="sm" len="sm"/>
                    </a:lnB>
                  </a:tcPr>
                </a:tc>
                <a:tc>
                  <a:txBody>
                    <a:bodyPr/>
                    <a:lstStyle/>
                    <a:p>
                      <a:pPr marL="0" lvl="0" indent="0" algn="ctr" rtl="0">
                        <a:lnSpc>
                          <a:spcPct val="115000"/>
                        </a:lnSpc>
                        <a:spcBef>
                          <a:spcPts val="0"/>
                        </a:spcBef>
                        <a:spcAft>
                          <a:spcPts val="0"/>
                        </a:spcAft>
                        <a:buNone/>
                      </a:pPr>
                      <a:r>
                        <a:rPr lang="en-US" sz="1000" dirty="0"/>
                        <a:t>*</a:t>
                      </a:r>
                      <a:endParaRPr sz="1000" dirty="0"/>
                    </a:p>
                  </a:txBody>
                  <a:tcPr marL="28575" marR="28575" marT="19050" marB="19050" anchor="b">
                    <a:lnL w="9525" cap="flat" cmpd="sng">
                      <a:solidFill>
                        <a:srgbClr val="CCCCCC"/>
                      </a:solidFill>
                      <a:prstDash val="solid"/>
                      <a:round/>
                      <a:headEnd type="none" w="sm" len="sm"/>
                      <a:tailEnd type="none" w="sm" len="sm"/>
                    </a:lnL>
                    <a:lnR w="9525" cap="flat" cmpd="sng">
                      <a:solidFill>
                        <a:srgbClr val="CCCCCC"/>
                      </a:solidFill>
                      <a:prstDash val="solid"/>
                      <a:round/>
                      <a:headEnd type="none" w="sm" len="sm"/>
                      <a:tailEnd type="none" w="sm" len="sm"/>
                    </a:lnR>
                    <a:lnT w="9525" cap="flat" cmpd="sng" algn="ctr">
                      <a:solidFill>
                        <a:srgbClr val="CCCCCC"/>
                      </a:solidFill>
                      <a:prstDash val="solid"/>
                      <a:round/>
                      <a:headEnd type="none" w="sm" len="sm"/>
                      <a:tailEnd type="none" w="sm" len="sm"/>
                    </a:lnT>
                    <a:lnB w="9525" cap="flat" cmpd="sng">
                      <a:solidFill>
                        <a:srgbClr val="CCCCCC"/>
                      </a:solidFill>
                      <a:prstDash val="solid"/>
                      <a:round/>
                      <a:headEnd type="none" w="sm" len="sm"/>
                      <a:tailEnd type="none" w="sm" len="sm"/>
                    </a:lnB>
                  </a:tcPr>
                </a:tc>
                <a:tc>
                  <a:txBody>
                    <a:bodyPr/>
                    <a:lstStyle/>
                    <a:p>
                      <a:pPr marL="0" lvl="0" indent="0" algn="ctr" rtl="0">
                        <a:lnSpc>
                          <a:spcPct val="115000"/>
                        </a:lnSpc>
                        <a:spcBef>
                          <a:spcPts val="0"/>
                        </a:spcBef>
                        <a:spcAft>
                          <a:spcPts val="0"/>
                        </a:spcAft>
                        <a:buNone/>
                      </a:pPr>
                      <a:r>
                        <a:rPr lang="en" sz="1000" dirty="0"/>
                        <a:t>*</a:t>
                      </a:r>
                      <a:endParaRPr sz="1000" dirty="0"/>
                    </a:p>
                  </a:txBody>
                  <a:tcPr marL="28575" marR="28575" marT="19050" marB="19050" anchor="b">
                    <a:lnL w="9525" cap="flat" cmpd="sng">
                      <a:solidFill>
                        <a:srgbClr val="CCCCCC"/>
                      </a:solidFill>
                      <a:prstDash val="solid"/>
                      <a:round/>
                      <a:headEnd type="none" w="sm" len="sm"/>
                      <a:tailEnd type="none" w="sm" len="sm"/>
                    </a:lnL>
                    <a:lnR w="9525" cap="flat" cmpd="sng">
                      <a:solidFill>
                        <a:srgbClr val="CCCCCC"/>
                      </a:solidFill>
                      <a:prstDash val="solid"/>
                      <a:round/>
                      <a:headEnd type="none" w="sm" len="sm"/>
                      <a:tailEnd type="none" w="sm" len="sm"/>
                    </a:lnR>
                    <a:lnT w="9525" cap="flat" cmpd="sng" algn="ctr">
                      <a:solidFill>
                        <a:srgbClr val="CCCCCC"/>
                      </a:solidFill>
                      <a:prstDash val="solid"/>
                      <a:round/>
                      <a:headEnd type="none" w="sm" len="sm"/>
                      <a:tailEnd type="none" w="sm" len="sm"/>
                    </a:lnT>
                    <a:lnB w="9525" cap="flat" cmpd="sng">
                      <a:solidFill>
                        <a:srgbClr val="CCCCCC"/>
                      </a:solidFill>
                      <a:prstDash val="solid"/>
                      <a:round/>
                      <a:headEnd type="none" w="sm" len="sm"/>
                      <a:tailEnd type="none" w="sm" len="sm"/>
                    </a:lnB>
                  </a:tcPr>
                </a:tc>
                <a:tc>
                  <a:txBody>
                    <a:bodyPr/>
                    <a:lstStyle/>
                    <a:p>
                      <a:pPr marL="0" lvl="0" indent="0" algn="ctr" rtl="0">
                        <a:lnSpc>
                          <a:spcPct val="115000"/>
                        </a:lnSpc>
                        <a:spcBef>
                          <a:spcPts val="0"/>
                        </a:spcBef>
                        <a:spcAft>
                          <a:spcPts val="0"/>
                        </a:spcAft>
                        <a:buNone/>
                      </a:pPr>
                      <a:r>
                        <a:rPr lang="en" sz="1000" dirty="0"/>
                        <a:t>ID</a:t>
                      </a:r>
                      <a:endParaRPr sz="1000" dirty="0"/>
                    </a:p>
                  </a:txBody>
                  <a:tcPr marL="28575" marR="28575" marT="19050" marB="19050" anchor="b">
                    <a:lnL w="9525" cap="flat" cmpd="sng">
                      <a:solidFill>
                        <a:srgbClr val="CCCCCC"/>
                      </a:solidFill>
                      <a:prstDash val="solid"/>
                      <a:round/>
                      <a:headEnd type="none" w="sm" len="sm"/>
                      <a:tailEnd type="none" w="sm" len="sm"/>
                    </a:lnL>
                    <a:lnR w="9525" cap="flat" cmpd="sng">
                      <a:solidFill>
                        <a:srgbClr val="CCCCCC"/>
                      </a:solidFill>
                      <a:prstDash val="solid"/>
                      <a:round/>
                      <a:headEnd type="none" w="sm" len="sm"/>
                      <a:tailEnd type="none" w="sm" len="sm"/>
                    </a:lnR>
                    <a:lnT w="9525" cap="flat" cmpd="sng" algn="ctr">
                      <a:solidFill>
                        <a:srgbClr val="CCCCCC"/>
                      </a:solidFill>
                      <a:prstDash val="solid"/>
                      <a:round/>
                      <a:headEnd type="none" w="sm" len="sm"/>
                      <a:tailEnd type="none" w="sm" len="sm"/>
                    </a:lnT>
                    <a:lnB w="9525" cap="flat" cmpd="sng">
                      <a:solidFill>
                        <a:srgbClr val="CCCCCC"/>
                      </a:solidFill>
                      <a:prstDash val="solid"/>
                      <a:round/>
                      <a:headEnd type="none" w="sm" len="sm"/>
                      <a:tailEnd type="none" w="sm" len="sm"/>
                    </a:lnB>
                  </a:tcPr>
                </a:tc>
                <a:tc>
                  <a:txBody>
                    <a:bodyPr/>
                    <a:lstStyle/>
                    <a:p>
                      <a:pPr marL="0" lvl="0" indent="0" algn="ctr" rtl="0">
                        <a:lnSpc>
                          <a:spcPct val="115000"/>
                        </a:lnSpc>
                        <a:spcBef>
                          <a:spcPts val="0"/>
                        </a:spcBef>
                        <a:spcAft>
                          <a:spcPts val="0"/>
                        </a:spcAft>
                        <a:buNone/>
                      </a:pPr>
                      <a:r>
                        <a:rPr lang="en" sz="1000" dirty="0"/>
                        <a:t>EX</a:t>
                      </a:r>
                      <a:endParaRPr sz="1000" dirty="0"/>
                    </a:p>
                  </a:txBody>
                  <a:tcPr marL="28575" marR="28575" marT="19050" marB="19050" anchor="b">
                    <a:lnL w="9525" cap="flat" cmpd="sng">
                      <a:solidFill>
                        <a:srgbClr val="CCCCCC"/>
                      </a:solidFill>
                      <a:prstDash val="solid"/>
                      <a:round/>
                      <a:headEnd type="none" w="sm" len="sm"/>
                      <a:tailEnd type="none" w="sm" len="sm"/>
                    </a:lnL>
                    <a:lnR w="9525" cap="flat" cmpd="sng">
                      <a:solidFill>
                        <a:srgbClr val="CCCCCC"/>
                      </a:solidFill>
                      <a:prstDash val="solid"/>
                      <a:round/>
                      <a:headEnd type="none" w="sm" len="sm"/>
                      <a:tailEnd type="none" w="sm" len="sm"/>
                    </a:lnR>
                    <a:lnT w="9525" cap="flat" cmpd="sng">
                      <a:solidFill>
                        <a:srgbClr val="CCCCCC"/>
                      </a:solidFill>
                      <a:prstDash val="solid"/>
                      <a:round/>
                      <a:headEnd type="none" w="sm" len="sm"/>
                      <a:tailEnd type="none" w="sm" len="sm"/>
                    </a:lnT>
                    <a:lnB w="9525" cap="flat" cmpd="sng">
                      <a:solidFill>
                        <a:srgbClr val="CCCCCC"/>
                      </a:solidFill>
                      <a:prstDash val="solid"/>
                      <a:round/>
                      <a:headEnd type="none" w="sm" len="sm"/>
                      <a:tailEnd type="none" w="sm" len="sm"/>
                    </a:lnB>
                  </a:tcPr>
                </a:tc>
                <a:tc>
                  <a:txBody>
                    <a:bodyPr/>
                    <a:lstStyle/>
                    <a:p>
                      <a:pPr marL="0" lvl="0" indent="0" algn="ctr" rtl="0">
                        <a:lnSpc>
                          <a:spcPct val="115000"/>
                        </a:lnSpc>
                        <a:spcBef>
                          <a:spcPts val="0"/>
                        </a:spcBef>
                        <a:spcAft>
                          <a:spcPts val="0"/>
                        </a:spcAft>
                        <a:buNone/>
                      </a:pPr>
                      <a:r>
                        <a:rPr lang="en" sz="1000" dirty="0"/>
                        <a:t>ME</a:t>
                      </a:r>
                      <a:endParaRPr sz="1000" dirty="0"/>
                    </a:p>
                  </a:txBody>
                  <a:tcPr marL="28575" marR="28575" marT="19050" marB="19050" anchor="b">
                    <a:lnL w="9525" cap="flat" cmpd="sng">
                      <a:solidFill>
                        <a:srgbClr val="CCCCCC"/>
                      </a:solidFill>
                      <a:prstDash val="solid"/>
                      <a:round/>
                      <a:headEnd type="none" w="sm" len="sm"/>
                      <a:tailEnd type="none" w="sm" len="sm"/>
                    </a:lnL>
                    <a:lnR w="9525" cap="flat" cmpd="sng">
                      <a:solidFill>
                        <a:srgbClr val="CCCCCC"/>
                      </a:solidFill>
                      <a:prstDash val="solid"/>
                      <a:round/>
                      <a:headEnd type="none" w="sm" len="sm"/>
                      <a:tailEnd type="none" w="sm" len="sm"/>
                    </a:lnR>
                    <a:lnT w="9525" cap="flat" cmpd="sng">
                      <a:solidFill>
                        <a:srgbClr val="CCCCCC"/>
                      </a:solidFill>
                      <a:prstDash val="solid"/>
                      <a:round/>
                      <a:headEnd type="none" w="sm" len="sm"/>
                      <a:tailEnd type="none" w="sm" len="sm"/>
                    </a:lnT>
                    <a:lnB w="9525" cap="flat" cmpd="sng">
                      <a:solidFill>
                        <a:srgbClr val="CCCCCC"/>
                      </a:solidFill>
                      <a:prstDash val="solid"/>
                      <a:round/>
                      <a:headEnd type="none" w="sm" len="sm"/>
                      <a:tailEnd type="none" w="sm" len="sm"/>
                    </a:lnB>
                  </a:tcPr>
                </a:tc>
                <a:tc>
                  <a:txBody>
                    <a:bodyPr/>
                    <a:lstStyle/>
                    <a:p>
                      <a:pPr marL="0" lvl="0" indent="0" algn="ctr" rtl="0">
                        <a:lnSpc>
                          <a:spcPct val="115000"/>
                        </a:lnSpc>
                        <a:spcBef>
                          <a:spcPts val="0"/>
                        </a:spcBef>
                        <a:spcAft>
                          <a:spcPts val="0"/>
                        </a:spcAft>
                        <a:buNone/>
                      </a:pPr>
                      <a:r>
                        <a:rPr lang="en" sz="1000" dirty="0"/>
                        <a:t>WB</a:t>
                      </a:r>
                      <a:endParaRPr sz="1000" dirty="0"/>
                    </a:p>
                  </a:txBody>
                  <a:tcPr marL="28575" marR="28575" marT="19050" marB="19050" anchor="b">
                    <a:lnL w="9525" cap="flat" cmpd="sng">
                      <a:solidFill>
                        <a:srgbClr val="CCCCCC"/>
                      </a:solidFill>
                      <a:prstDash val="solid"/>
                      <a:round/>
                      <a:headEnd type="none" w="sm" len="sm"/>
                      <a:tailEnd type="none" w="sm" len="sm"/>
                    </a:lnL>
                    <a:lnR w="9525" cap="flat" cmpd="sng">
                      <a:solidFill>
                        <a:srgbClr val="CCCCCC"/>
                      </a:solidFill>
                      <a:prstDash val="solid"/>
                      <a:round/>
                      <a:headEnd type="none" w="sm" len="sm"/>
                      <a:tailEnd type="none" w="sm" len="sm"/>
                    </a:lnR>
                    <a:lnT w="9525" cap="flat" cmpd="sng">
                      <a:solidFill>
                        <a:srgbClr val="CCCCCC"/>
                      </a:solidFill>
                      <a:prstDash val="solid"/>
                      <a:round/>
                      <a:headEnd type="none" w="sm" len="sm"/>
                      <a:tailEnd type="none" w="sm" len="sm"/>
                    </a:lnT>
                    <a:lnB w="9525" cap="flat" cmpd="sng">
                      <a:solidFill>
                        <a:srgbClr val="CCCCCC"/>
                      </a:solidFill>
                      <a:prstDash val="solid"/>
                      <a:round/>
                      <a:headEnd type="none" w="sm" len="sm"/>
                      <a:tailEnd type="none" w="sm" len="sm"/>
                    </a:lnB>
                  </a:tcPr>
                </a:tc>
                <a:extLst>
                  <a:ext uri="{0D108BD9-81ED-4DB2-BD59-A6C34878D82A}">
                    <a16:rowId xmlns:a16="http://schemas.microsoft.com/office/drawing/2014/main" val="10004"/>
                  </a:ext>
                </a:extLst>
              </a:tr>
            </a:tbl>
          </a:graphicData>
        </a:graphic>
      </p:graphicFrame>
      <p:sp>
        <p:nvSpPr>
          <p:cNvPr id="187" name="Google Shape;187;p34"/>
          <p:cNvSpPr txBox="1"/>
          <p:nvPr/>
        </p:nvSpPr>
        <p:spPr>
          <a:xfrm>
            <a:off x="239750" y="290600"/>
            <a:ext cx="6167700" cy="3996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800"/>
              <a:t>Pipeline Execution Diagram Without Operand Forwarding</a:t>
            </a:r>
            <a:endParaRPr sz="1800"/>
          </a:p>
        </p:txBody>
      </p:sp>
      <p:sp>
        <p:nvSpPr>
          <p:cNvPr id="188" name="Google Shape;188;p34"/>
          <p:cNvSpPr txBox="1"/>
          <p:nvPr/>
        </p:nvSpPr>
        <p:spPr>
          <a:xfrm>
            <a:off x="218700" y="943550"/>
            <a:ext cx="8706600" cy="677078"/>
          </a:xfrm>
          <a:prstGeom prst="rect">
            <a:avLst/>
          </a:prstGeom>
          <a:noFill/>
          <a:ln>
            <a:noFill/>
          </a:ln>
        </p:spPr>
        <p:txBody>
          <a:bodyPr spcFirstLastPara="1" wrap="square" lIns="91425" tIns="91425" rIns="91425" bIns="91425" anchor="t" anchorCtr="0">
            <a:spAutoFit/>
          </a:bodyPr>
          <a:lstStyle/>
          <a:p>
            <a:r>
              <a:rPr lang="en" sz="1600" dirty="0">
                <a:solidFill>
                  <a:schemeClr val="dk2"/>
                </a:solidFill>
              </a:rPr>
              <a:t>We can write into register in first half of clock cycle and read in second half of clock cycle.</a:t>
            </a:r>
          </a:p>
          <a:p>
            <a:r>
              <a:rPr lang="en" sz="1600" dirty="0">
                <a:solidFill>
                  <a:schemeClr val="dk2"/>
                </a:solidFill>
              </a:rPr>
              <a:t>ID of nth instruction can be below WB of n-1th instruction. 2 stalls in each instruction.</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192"/>
        <p:cNvGrpSpPr/>
        <p:nvPr/>
      </p:nvGrpSpPr>
      <p:grpSpPr>
        <a:xfrm>
          <a:off x="0" y="0"/>
          <a:ext cx="0" cy="0"/>
          <a:chOff x="0" y="0"/>
          <a:chExt cx="0" cy="0"/>
        </a:xfrm>
      </p:grpSpPr>
      <p:sp>
        <p:nvSpPr>
          <p:cNvPr id="193" name="Google Shape;193;p35"/>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Clr>
                <a:schemeClr val="dk1"/>
              </a:buClr>
              <a:buSzPts val="1100"/>
              <a:buFont typeface="Arial"/>
              <a:buNone/>
            </a:pPr>
            <a:r>
              <a:rPr lang="en" sz="1400" dirty="0">
                <a:solidFill>
                  <a:schemeClr val="dk1"/>
                </a:solidFill>
              </a:rPr>
              <a:t>Instructions reach the Write Back (WB) stage at clock cycles: </a:t>
            </a:r>
            <a:r>
              <a:rPr lang="en" sz="1400" b="1" dirty="0">
                <a:solidFill>
                  <a:schemeClr val="dk1"/>
                </a:solidFill>
              </a:rPr>
              <a:t>5, 8, 11, 14, 17, 20, 23, ...</a:t>
            </a:r>
            <a:r>
              <a:rPr lang="en" sz="1400" dirty="0">
                <a:solidFill>
                  <a:schemeClr val="dk1"/>
                </a:solidFill>
              </a:rPr>
              <a:t> This shows a clear pattern where each instruction finishes </a:t>
            </a:r>
            <a:r>
              <a:rPr lang="en" sz="1400" b="1" dirty="0">
                <a:solidFill>
                  <a:schemeClr val="dk1"/>
                </a:solidFill>
              </a:rPr>
              <a:t>3 cycles</a:t>
            </a:r>
            <a:r>
              <a:rPr lang="en" sz="1400" dirty="0">
                <a:solidFill>
                  <a:schemeClr val="dk1"/>
                </a:solidFill>
              </a:rPr>
              <a:t> after the previous one.</a:t>
            </a:r>
            <a:endParaRPr sz="1400" dirty="0">
              <a:solidFill>
                <a:schemeClr val="dk1"/>
              </a:solidFill>
            </a:endParaRPr>
          </a:p>
          <a:p>
            <a:pPr marL="0" lvl="0" indent="0" algn="l" rtl="0">
              <a:spcBef>
                <a:spcPts val="1200"/>
              </a:spcBef>
              <a:spcAft>
                <a:spcPts val="0"/>
              </a:spcAft>
              <a:buClr>
                <a:schemeClr val="dk1"/>
              </a:buClr>
              <a:buSzPts val="1100"/>
              <a:buFont typeface="Arial"/>
              <a:buNone/>
            </a:pPr>
            <a:r>
              <a:rPr lang="en" sz="1400" dirty="0">
                <a:solidFill>
                  <a:schemeClr val="dk1"/>
                </a:solidFill>
              </a:rPr>
              <a:t>The last instruction (the 2000th instruction i.e. ADD.D) reaches the WB stage at:</a:t>
            </a:r>
            <a:br>
              <a:rPr lang="en" sz="1400" dirty="0">
                <a:solidFill>
                  <a:schemeClr val="dk1"/>
                </a:solidFill>
              </a:rPr>
            </a:br>
            <a:r>
              <a:rPr lang="en" sz="1400" b="1" dirty="0">
                <a:solidFill>
                  <a:schemeClr val="dk1"/>
                </a:solidFill>
              </a:rPr>
              <a:t>Last Cycle = 5 + (1999 × 3) = 5 + 5997 = 6002 cycles</a:t>
            </a:r>
            <a:endParaRPr sz="1400" b="1" dirty="0">
              <a:solidFill>
                <a:schemeClr val="dk1"/>
              </a:solidFill>
            </a:endParaRPr>
          </a:p>
          <a:p>
            <a:pPr marL="0" lvl="0" indent="0" algn="l" rtl="0">
              <a:spcBef>
                <a:spcPts val="1200"/>
              </a:spcBef>
              <a:spcAft>
                <a:spcPts val="0"/>
              </a:spcAft>
              <a:buClr>
                <a:schemeClr val="dk1"/>
              </a:buClr>
              <a:buSzPts val="1100"/>
              <a:buFont typeface="Arial"/>
              <a:buNone/>
            </a:pPr>
            <a:r>
              <a:rPr lang="en" sz="1400" dirty="0">
                <a:solidFill>
                  <a:schemeClr val="dk1"/>
                </a:solidFill>
              </a:rPr>
              <a:t>The final Cycles Per Instruction (CPI) is calculated as:</a:t>
            </a:r>
            <a:br>
              <a:rPr lang="en" sz="1400" dirty="0">
                <a:solidFill>
                  <a:schemeClr val="dk1"/>
                </a:solidFill>
              </a:rPr>
            </a:br>
            <a:r>
              <a:rPr lang="en" sz="1400" b="1" dirty="0">
                <a:solidFill>
                  <a:schemeClr val="dk1"/>
                </a:solidFill>
              </a:rPr>
              <a:t>CPI = Total Cycles /​ Total Instructions = 6002 ​/ 2000 = 3.001 ≈ 3.0</a:t>
            </a:r>
            <a:r>
              <a:rPr lang="en" sz="1400" dirty="0">
                <a:solidFill>
                  <a:schemeClr val="dk1"/>
                </a:solidFill>
              </a:rPr>
              <a:t> (Essentially, 1 cycle for execution + 2 cycles for stalling = 3 cycles per instruction on average).</a:t>
            </a:r>
            <a:endParaRPr sz="1400" dirty="0">
              <a:solidFill>
                <a:schemeClr val="dk1"/>
              </a:solidFill>
            </a:endParaRPr>
          </a:p>
          <a:p>
            <a:pPr marL="0" lvl="0" indent="0" algn="l" rtl="0">
              <a:spcBef>
                <a:spcPts val="1200"/>
              </a:spcBef>
              <a:spcAft>
                <a:spcPts val="1200"/>
              </a:spcAft>
              <a:buNone/>
            </a:pPr>
            <a:endParaRPr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197"/>
        <p:cNvGrpSpPr/>
        <p:nvPr/>
      </p:nvGrpSpPr>
      <p:grpSpPr>
        <a:xfrm>
          <a:off x="0" y="0"/>
          <a:ext cx="0" cy="0"/>
          <a:chOff x="0" y="0"/>
          <a:chExt cx="0" cy="0"/>
        </a:xfrm>
      </p:grpSpPr>
      <p:graphicFrame>
        <p:nvGraphicFramePr>
          <p:cNvPr id="198" name="Google Shape;198;p36"/>
          <p:cNvGraphicFramePr/>
          <p:nvPr>
            <p:extLst>
              <p:ext uri="{D42A27DB-BD31-4B8C-83A1-F6EECF244321}">
                <p14:modId xmlns:p14="http://schemas.microsoft.com/office/powerpoint/2010/main" val="4144343643"/>
              </p:ext>
            </p:extLst>
          </p:nvPr>
        </p:nvGraphicFramePr>
        <p:xfrm>
          <a:off x="65163" y="2021950"/>
          <a:ext cx="9013675" cy="2123425"/>
        </p:xfrm>
        <a:graphic>
          <a:graphicData uri="http://schemas.openxmlformats.org/drawingml/2006/table">
            <a:tbl>
              <a:tblPr>
                <a:noFill/>
                <a:tableStyleId>{D6595CD2-EFE4-4E53-9505-4E6652541B52}</a:tableStyleId>
              </a:tblPr>
              <a:tblGrid>
                <a:gridCol w="819425">
                  <a:extLst>
                    <a:ext uri="{9D8B030D-6E8A-4147-A177-3AD203B41FA5}">
                      <a16:colId xmlns:a16="http://schemas.microsoft.com/office/drawing/2014/main" val="20000"/>
                    </a:ext>
                  </a:extLst>
                </a:gridCol>
                <a:gridCol w="819425">
                  <a:extLst>
                    <a:ext uri="{9D8B030D-6E8A-4147-A177-3AD203B41FA5}">
                      <a16:colId xmlns:a16="http://schemas.microsoft.com/office/drawing/2014/main" val="20001"/>
                    </a:ext>
                  </a:extLst>
                </a:gridCol>
                <a:gridCol w="819425">
                  <a:extLst>
                    <a:ext uri="{9D8B030D-6E8A-4147-A177-3AD203B41FA5}">
                      <a16:colId xmlns:a16="http://schemas.microsoft.com/office/drawing/2014/main" val="20002"/>
                    </a:ext>
                  </a:extLst>
                </a:gridCol>
                <a:gridCol w="819425">
                  <a:extLst>
                    <a:ext uri="{9D8B030D-6E8A-4147-A177-3AD203B41FA5}">
                      <a16:colId xmlns:a16="http://schemas.microsoft.com/office/drawing/2014/main" val="20003"/>
                    </a:ext>
                  </a:extLst>
                </a:gridCol>
                <a:gridCol w="819425">
                  <a:extLst>
                    <a:ext uri="{9D8B030D-6E8A-4147-A177-3AD203B41FA5}">
                      <a16:colId xmlns:a16="http://schemas.microsoft.com/office/drawing/2014/main" val="20004"/>
                    </a:ext>
                  </a:extLst>
                </a:gridCol>
                <a:gridCol w="819425">
                  <a:extLst>
                    <a:ext uri="{9D8B030D-6E8A-4147-A177-3AD203B41FA5}">
                      <a16:colId xmlns:a16="http://schemas.microsoft.com/office/drawing/2014/main" val="20005"/>
                    </a:ext>
                  </a:extLst>
                </a:gridCol>
                <a:gridCol w="819425">
                  <a:extLst>
                    <a:ext uri="{9D8B030D-6E8A-4147-A177-3AD203B41FA5}">
                      <a16:colId xmlns:a16="http://schemas.microsoft.com/office/drawing/2014/main" val="20006"/>
                    </a:ext>
                  </a:extLst>
                </a:gridCol>
                <a:gridCol w="819425">
                  <a:extLst>
                    <a:ext uri="{9D8B030D-6E8A-4147-A177-3AD203B41FA5}">
                      <a16:colId xmlns:a16="http://schemas.microsoft.com/office/drawing/2014/main" val="20007"/>
                    </a:ext>
                  </a:extLst>
                </a:gridCol>
                <a:gridCol w="819425">
                  <a:extLst>
                    <a:ext uri="{9D8B030D-6E8A-4147-A177-3AD203B41FA5}">
                      <a16:colId xmlns:a16="http://schemas.microsoft.com/office/drawing/2014/main" val="20008"/>
                    </a:ext>
                  </a:extLst>
                </a:gridCol>
                <a:gridCol w="819425">
                  <a:extLst>
                    <a:ext uri="{9D8B030D-6E8A-4147-A177-3AD203B41FA5}">
                      <a16:colId xmlns:a16="http://schemas.microsoft.com/office/drawing/2014/main" val="20009"/>
                    </a:ext>
                  </a:extLst>
                </a:gridCol>
                <a:gridCol w="819425">
                  <a:extLst>
                    <a:ext uri="{9D8B030D-6E8A-4147-A177-3AD203B41FA5}">
                      <a16:colId xmlns:a16="http://schemas.microsoft.com/office/drawing/2014/main" val="20010"/>
                    </a:ext>
                  </a:extLst>
                </a:gridCol>
              </a:tblGrid>
              <a:tr h="366125">
                <a:tc>
                  <a:txBody>
                    <a:bodyPr/>
                    <a:lstStyle/>
                    <a:p>
                      <a:pPr marL="0" lvl="0" indent="0" algn="l" rtl="0">
                        <a:lnSpc>
                          <a:spcPct val="115000"/>
                        </a:lnSpc>
                        <a:spcBef>
                          <a:spcPts val="0"/>
                        </a:spcBef>
                        <a:spcAft>
                          <a:spcPts val="0"/>
                        </a:spcAft>
                        <a:buNone/>
                      </a:pPr>
                      <a:r>
                        <a:rPr lang="en" sz="1000"/>
                        <a:t>Instruction</a:t>
                      </a:r>
                      <a:endParaRPr sz="1000"/>
                    </a:p>
                  </a:txBody>
                  <a:tcPr marL="28575" marR="28575" marT="19050" marB="19050" anchor="b">
                    <a:lnL w="9525" cap="flat" cmpd="sng">
                      <a:solidFill>
                        <a:srgbClr val="CCCCCC"/>
                      </a:solidFill>
                      <a:prstDash val="solid"/>
                      <a:round/>
                      <a:headEnd type="none" w="sm" len="sm"/>
                      <a:tailEnd type="none" w="sm" len="sm"/>
                    </a:lnL>
                    <a:lnR w="9525" cap="flat" cmpd="sng">
                      <a:solidFill>
                        <a:srgbClr val="CCCCCC"/>
                      </a:solidFill>
                      <a:prstDash val="solid"/>
                      <a:round/>
                      <a:headEnd type="none" w="sm" len="sm"/>
                      <a:tailEnd type="none" w="sm" len="sm"/>
                    </a:lnR>
                    <a:lnT w="9525" cap="flat" cmpd="sng">
                      <a:solidFill>
                        <a:srgbClr val="CCCCCC"/>
                      </a:solidFill>
                      <a:prstDash val="solid"/>
                      <a:round/>
                      <a:headEnd type="none" w="sm" len="sm"/>
                      <a:tailEnd type="none" w="sm" len="sm"/>
                    </a:lnT>
                    <a:lnB w="9525" cap="flat" cmpd="sng">
                      <a:solidFill>
                        <a:srgbClr val="CCCCCC"/>
                      </a:solidFill>
                      <a:prstDash val="solid"/>
                      <a:round/>
                      <a:headEnd type="none" w="sm" len="sm"/>
                      <a:tailEnd type="none" w="sm" len="sm"/>
                    </a:lnB>
                  </a:tcPr>
                </a:tc>
                <a:tc>
                  <a:txBody>
                    <a:bodyPr/>
                    <a:lstStyle/>
                    <a:p>
                      <a:pPr marL="0" lvl="0" indent="0" algn="r" rtl="0">
                        <a:lnSpc>
                          <a:spcPct val="115000"/>
                        </a:lnSpc>
                        <a:spcBef>
                          <a:spcPts val="0"/>
                        </a:spcBef>
                        <a:spcAft>
                          <a:spcPts val="0"/>
                        </a:spcAft>
                        <a:buNone/>
                      </a:pPr>
                      <a:r>
                        <a:rPr lang="en" sz="1000"/>
                        <a:t>1</a:t>
                      </a:r>
                      <a:endParaRPr sz="1000"/>
                    </a:p>
                  </a:txBody>
                  <a:tcPr marL="28575" marR="28575" marT="19050" marB="19050" anchor="b">
                    <a:lnL w="9525" cap="flat" cmpd="sng">
                      <a:solidFill>
                        <a:srgbClr val="CCCCCC"/>
                      </a:solidFill>
                      <a:prstDash val="solid"/>
                      <a:round/>
                      <a:headEnd type="none" w="sm" len="sm"/>
                      <a:tailEnd type="none" w="sm" len="sm"/>
                    </a:lnL>
                    <a:lnR w="9525" cap="flat" cmpd="sng">
                      <a:solidFill>
                        <a:srgbClr val="CCCCCC"/>
                      </a:solidFill>
                      <a:prstDash val="solid"/>
                      <a:round/>
                      <a:headEnd type="none" w="sm" len="sm"/>
                      <a:tailEnd type="none" w="sm" len="sm"/>
                    </a:lnR>
                    <a:lnT w="9525" cap="flat" cmpd="sng">
                      <a:solidFill>
                        <a:srgbClr val="CCCCCC"/>
                      </a:solidFill>
                      <a:prstDash val="solid"/>
                      <a:round/>
                      <a:headEnd type="none" w="sm" len="sm"/>
                      <a:tailEnd type="none" w="sm" len="sm"/>
                    </a:lnT>
                    <a:lnB w="9525" cap="flat" cmpd="sng">
                      <a:solidFill>
                        <a:srgbClr val="CCCCCC"/>
                      </a:solidFill>
                      <a:prstDash val="solid"/>
                      <a:round/>
                      <a:headEnd type="none" w="sm" len="sm"/>
                      <a:tailEnd type="none" w="sm" len="sm"/>
                    </a:lnB>
                  </a:tcPr>
                </a:tc>
                <a:tc>
                  <a:txBody>
                    <a:bodyPr/>
                    <a:lstStyle/>
                    <a:p>
                      <a:pPr marL="0" lvl="0" indent="0" algn="r" rtl="0">
                        <a:lnSpc>
                          <a:spcPct val="115000"/>
                        </a:lnSpc>
                        <a:spcBef>
                          <a:spcPts val="0"/>
                        </a:spcBef>
                        <a:spcAft>
                          <a:spcPts val="0"/>
                        </a:spcAft>
                        <a:buNone/>
                      </a:pPr>
                      <a:r>
                        <a:rPr lang="en" sz="1000"/>
                        <a:t>2</a:t>
                      </a:r>
                      <a:endParaRPr sz="1000"/>
                    </a:p>
                  </a:txBody>
                  <a:tcPr marL="28575" marR="28575" marT="19050" marB="19050" anchor="b">
                    <a:lnL w="9525" cap="flat" cmpd="sng">
                      <a:solidFill>
                        <a:srgbClr val="CCCCCC"/>
                      </a:solidFill>
                      <a:prstDash val="solid"/>
                      <a:round/>
                      <a:headEnd type="none" w="sm" len="sm"/>
                      <a:tailEnd type="none" w="sm" len="sm"/>
                    </a:lnL>
                    <a:lnR w="9525" cap="flat" cmpd="sng">
                      <a:solidFill>
                        <a:srgbClr val="CCCCCC"/>
                      </a:solidFill>
                      <a:prstDash val="solid"/>
                      <a:round/>
                      <a:headEnd type="none" w="sm" len="sm"/>
                      <a:tailEnd type="none" w="sm" len="sm"/>
                    </a:lnR>
                    <a:lnT w="9525" cap="flat" cmpd="sng">
                      <a:solidFill>
                        <a:srgbClr val="CCCCCC"/>
                      </a:solidFill>
                      <a:prstDash val="solid"/>
                      <a:round/>
                      <a:headEnd type="none" w="sm" len="sm"/>
                      <a:tailEnd type="none" w="sm" len="sm"/>
                    </a:lnT>
                    <a:lnB w="9525" cap="flat" cmpd="sng">
                      <a:solidFill>
                        <a:srgbClr val="CCCCCC"/>
                      </a:solidFill>
                      <a:prstDash val="solid"/>
                      <a:round/>
                      <a:headEnd type="none" w="sm" len="sm"/>
                      <a:tailEnd type="none" w="sm" len="sm"/>
                    </a:lnB>
                  </a:tcPr>
                </a:tc>
                <a:tc>
                  <a:txBody>
                    <a:bodyPr/>
                    <a:lstStyle/>
                    <a:p>
                      <a:pPr marL="0" lvl="0" indent="0" algn="r" rtl="0">
                        <a:lnSpc>
                          <a:spcPct val="115000"/>
                        </a:lnSpc>
                        <a:spcBef>
                          <a:spcPts val="0"/>
                        </a:spcBef>
                        <a:spcAft>
                          <a:spcPts val="0"/>
                        </a:spcAft>
                        <a:buNone/>
                      </a:pPr>
                      <a:r>
                        <a:rPr lang="en" sz="1000"/>
                        <a:t>3</a:t>
                      </a:r>
                      <a:endParaRPr sz="1000"/>
                    </a:p>
                  </a:txBody>
                  <a:tcPr marL="28575" marR="28575" marT="19050" marB="19050" anchor="b">
                    <a:lnL w="9525" cap="flat" cmpd="sng">
                      <a:solidFill>
                        <a:srgbClr val="CCCCCC"/>
                      </a:solidFill>
                      <a:prstDash val="solid"/>
                      <a:round/>
                      <a:headEnd type="none" w="sm" len="sm"/>
                      <a:tailEnd type="none" w="sm" len="sm"/>
                    </a:lnL>
                    <a:lnR w="9525" cap="flat" cmpd="sng">
                      <a:solidFill>
                        <a:srgbClr val="CCCCCC"/>
                      </a:solidFill>
                      <a:prstDash val="solid"/>
                      <a:round/>
                      <a:headEnd type="none" w="sm" len="sm"/>
                      <a:tailEnd type="none" w="sm" len="sm"/>
                    </a:lnR>
                    <a:lnT w="9525" cap="flat" cmpd="sng">
                      <a:solidFill>
                        <a:srgbClr val="CCCCCC"/>
                      </a:solidFill>
                      <a:prstDash val="solid"/>
                      <a:round/>
                      <a:headEnd type="none" w="sm" len="sm"/>
                      <a:tailEnd type="none" w="sm" len="sm"/>
                    </a:lnT>
                    <a:lnB w="9525" cap="flat" cmpd="sng">
                      <a:solidFill>
                        <a:srgbClr val="CCCCCC"/>
                      </a:solidFill>
                      <a:prstDash val="solid"/>
                      <a:round/>
                      <a:headEnd type="none" w="sm" len="sm"/>
                      <a:tailEnd type="none" w="sm" len="sm"/>
                    </a:lnB>
                  </a:tcPr>
                </a:tc>
                <a:tc>
                  <a:txBody>
                    <a:bodyPr/>
                    <a:lstStyle/>
                    <a:p>
                      <a:pPr marL="0" lvl="0" indent="0" algn="r" rtl="0">
                        <a:lnSpc>
                          <a:spcPct val="115000"/>
                        </a:lnSpc>
                        <a:spcBef>
                          <a:spcPts val="0"/>
                        </a:spcBef>
                        <a:spcAft>
                          <a:spcPts val="0"/>
                        </a:spcAft>
                        <a:buNone/>
                      </a:pPr>
                      <a:r>
                        <a:rPr lang="en" sz="1000"/>
                        <a:t>4</a:t>
                      </a:r>
                      <a:endParaRPr sz="1000"/>
                    </a:p>
                  </a:txBody>
                  <a:tcPr marL="28575" marR="28575" marT="19050" marB="19050" anchor="b">
                    <a:lnL w="9525" cap="flat" cmpd="sng">
                      <a:solidFill>
                        <a:srgbClr val="CCCCCC"/>
                      </a:solidFill>
                      <a:prstDash val="solid"/>
                      <a:round/>
                      <a:headEnd type="none" w="sm" len="sm"/>
                      <a:tailEnd type="none" w="sm" len="sm"/>
                    </a:lnL>
                    <a:lnR w="9525" cap="flat" cmpd="sng">
                      <a:solidFill>
                        <a:srgbClr val="CCCCCC"/>
                      </a:solidFill>
                      <a:prstDash val="solid"/>
                      <a:round/>
                      <a:headEnd type="none" w="sm" len="sm"/>
                      <a:tailEnd type="none" w="sm" len="sm"/>
                    </a:lnR>
                    <a:lnT w="9525" cap="flat" cmpd="sng">
                      <a:solidFill>
                        <a:srgbClr val="CCCCCC"/>
                      </a:solidFill>
                      <a:prstDash val="solid"/>
                      <a:round/>
                      <a:headEnd type="none" w="sm" len="sm"/>
                      <a:tailEnd type="none" w="sm" len="sm"/>
                    </a:lnT>
                    <a:lnB w="9525" cap="flat" cmpd="sng">
                      <a:solidFill>
                        <a:srgbClr val="CCCCCC"/>
                      </a:solidFill>
                      <a:prstDash val="solid"/>
                      <a:round/>
                      <a:headEnd type="none" w="sm" len="sm"/>
                      <a:tailEnd type="none" w="sm" len="sm"/>
                    </a:lnB>
                  </a:tcPr>
                </a:tc>
                <a:tc>
                  <a:txBody>
                    <a:bodyPr/>
                    <a:lstStyle/>
                    <a:p>
                      <a:pPr marL="0" lvl="0" indent="0" algn="r" rtl="0">
                        <a:lnSpc>
                          <a:spcPct val="115000"/>
                        </a:lnSpc>
                        <a:spcBef>
                          <a:spcPts val="0"/>
                        </a:spcBef>
                        <a:spcAft>
                          <a:spcPts val="0"/>
                        </a:spcAft>
                        <a:buNone/>
                      </a:pPr>
                      <a:r>
                        <a:rPr lang="en" sz="1000">
                          <a:solidFill>
                            <a:srgbClr val="FF0000"/>
                          </a:solidFill>
                        </a:rPr>
                        <a:t>5</a:t>
                      </a:r>
                      <a:endParaRPr sz="1000">
                        <a:solidFill>
                          <a:srgbClr val="FF0000"/>
                        </a:solidFill>
                      </a:endParaRPr>
                    </a:p>
                  </a:txBody>
                  <a:tcPr marL="28575" marR="28575" marT="19050" marB="19050" anchor="b">
                    <a:lnL w="9525" cap="flat" cmpd="sng">
                      <a:solidFill>
                        <a:srgbClr val="CCCCCC"/>
                      </a:solidFill>
                      <a:prstDash val="solid"/>
                      <a:round/>
                      <a:headEnd type="none" w="sm" len="sm"/>
                      <a:tailEnd type="none" w="sm" len="sm"/>
                    </a:lnL>
                    <a:lnR w="9525" cap="flat" cmpd="sng">
                      <a:solidFill>
                        <a:srgbClr val="CCCCCC"/>
                      </a:solidFill>
                      <a:prstDash val="solid"/>
                      <a:round/>
                      <a:headEnd type="none" w="sm" len="sm"/>
                      <a:tailEnd type="none" w="sm" len="sm"/>
                    </a:lnR>
                    <a:lnT w="9525" cap="flat" cmpd="sng">
                      <a:solidFill>
                        <a:srgbClr val="CCCCCC"/>
                      </a:solidFill>
                      <a:prstDash val="solid"/>
                      <a:round/>
                      <a:headEnd type="none" w="sm" len="sm"/>
                      <a:tailEnd type="none" w="sm" len="sm"/>
                    </a:lnT>
                    <a:lnB w="9525" cap="flat" cmpd="sng">
                      <a:solidFill>
                        <a:srgbClr val="CCCCCC"/>
                      </a:solidFill>
                      <a:prstDash val="solid"/>
                      <a:round/>
                      <a:headEnd type="none" w="sm" len="sm"/>
                      <a:tailEnd type="none" w="sm" len="sm"/>
                    </a:lnB>
                  </a:tcPr>
                </a:tc>
                <a:tc>
                  <a:txBody>
                    <a:bodyPr/>
                    <a:lstStyle/>
                    <a:p>
                      <a:pPr marL="0" lvl="0" indent="0" algn="r" rtl="0">
                        <a:lnSpc>
                          <a:spcPct val="115000"/>
                        </a:lnSpc>
                        <a:spcBef>
                          <a:spcPts val="0"/>
                        </a:spcBef>
                        <a:spcAft>
                          <a:spcPts val="0"/>
                        </a:spcAft>
                        <a:buNone/>
                      </a:pPr>
                      <a:r>
                        <a:rPr lang="en" sz="1000"/>
                        <a:t>6</a:t>
                      </a:r>
                      <a:endParaRPr sz="1000"/>
                    </a:p>
                  </a:txBody>
                  <a:tcPr marL="28575" marR="28575" marT="19050" marB="19050" anchor="b">
                    <a:lnL w="9525" cap="flat" cmpd="sng">
                      <a:solidFill>
                        <a:srgbClr val="CCCCCC"/>
                      </a:solidFill>
                      <a:prstDash val="solid"/>
                      <a:round/>
                      <a:headEnd type="none" w="sm" len="sm"/>
                      <a:tailEnd type="none" w="sm" len="sm"/>
                    </a:lnL>
                    <a:lnR w="9525" cap="flat" cmpd="sng">
                      <a:solidFill>
                        <a:srgbClr val="CCCCCC"/>
                      </a:solidFill>
                      <a:prstDash val="solid"/>
                      <a:round/>
                      <a:headEnd type="none" w="sm" len="sm"/>
                      <a:tailEnd type="none" w="sm" len="sm"/>
                    </a:lnR>
                    <a:lnT w="9525" cap="flat" cmpd="sng">
                      <a:solidFill>
                        <a:srgbClr val="CCCCCC"/>
                      </a:solidFill>
                      <a:prstDash val="solid"/>
                      <a:round/>
                      <a:headEnd type="none" w="sm" len="sm"/>
                      <a:tailEnd type="none" w="sm" len="sm"/>
                    </a:lnT>
                    <a:lnB w="9525" cap="flat" cmpd="sng">
                      <a:solidFill>
                        <a:srgbClr val="CCCCCC"/>
                      </a:solidFill>
                      <a:prstDash val="solid"/>
                      <a:round/>
                      <a:headEnd type="none" w="sm" len="sm"/>
                      <a:tailEnd type="none" w="sm" len="sm"/>
                    </a:lnB>
                  </a:tcPr>
                </a:tc>
                <a:tc>
                  <a:txBody>
                    <a:bodyPr/>
                    <a:lstStyle/>
                    <a:p>
                      <a:pPr marL="0" lvl="0" indent="0" algn="r" rtl="0">
                        <a:lnSpc>
                          <a:spcPct val="115000"/>
                        </a:lnSpc>
                        <a:spcBef>
                          <a:spcPts val="0"/>
                        </a:spcBef>
                        <a:spcAft>
                          <a:spcPts val="0"/>
                        </a:spcAft>
                        <a:buNone/>
                      </a:pPr>
                      <a:r>
                        <a:rPr lang="en" sz="1000"/>
                        <a:t>7</a:t>
                      </a:r>
                      <a:endParaRPr sz="1000"/>
                    </a:p>
                  </a:txBody>
                  <a:tcPr marL="28575" marR="28575" marT="19050" marB="19050" anchor="b">
                    <a:lnL w="9525" cap="flat" cmpd="sng">
                      <a:solidFill>
                        <a:srgbClr val="CCCCCC"/>
                      </a:solidFill>
                      <a:prstDash val="solid"/>
                      <a:round/>
                      <a:headEnd type="none" w="sm" len="sm"/>
                      <a:tailEnd type="none" w="sm" len="sm"/>
                    </a:lnL>
                    <a:lnR w="9525" cap="flat" cmpd="sng">
                      <a:solidFill>
                        <a:srgbClr val="CCCCCC"/>
                      </a:solidFill>
                      <a:prstDash val="solid"/>
                      <a:round/>
                      <a:headEnd type="none" w="sm" len="sm"/>
                      <a:tailEnd type="none" w="sm" len="sm"/>
                    </a:lnR>
                    <a:lnT w="9525" cap="flat" cmpd="sng">
                      <a:solidFill>
                        <a:srgbClr val="CCCCCC"/>
                      </a:solidFill>
                      <a:prstDash val="solid"/>
                      <a:round/>
                      <a:headEnd type="none" w="sm" len="sm"/>
                      <a:tailEnd type="none" w="sm" len="sm"/>
                    </a:lnT>
                    <a:lnB w="9525" cap="flat" cmpd="sng">
                      <a:solidFill>
                        <a:srgbClr val="CCCCCC"/>
                      </a:solidFill>
                      <a:prstDash val="solid"/>
                      <a:round/>
                      <a:headEnd type="none" w="sm" len="sm"/>
                      <a:tailEnd type="none" w="sm" len="sm"/>
                    </a:lnB>
                  </a:tcPr>
                </a:tc>
                <a:tc>
                  <a:txBody>
                    <a:bodyPr/>
                    <a:lstStyle/>
                    <a:p>
                      <a:pPr marL="0" lvl="0" indent="0" algn="r" rtl="0">
                        <a:lnSpc>
                          <a:spcPct val="115000"/>
                        </a:lnSpc>
                        <a:spcBef>
                          <a:spcPts val="0"/>
                        </a:spcBef>
                        <a:spcAft>
                          <a:spcPts val="0"/>
                        </a:spcAft>
                        <a:buNone/>
                      </a:pPr>
                      <a:r>
                        <a:rPr lang="en" sz="1000"/>
                        <a:t>8</a:t>
                      </a:r>
                      <a:endParaRPr sz="1000"/>
                    </a:p>
                  </a:txBody>
                  <a:tcPr marL="28575" marR="28575" marT="19050" marB="19050" anchor="b">
                    <a:lnL w="9525" cap="flat" cmpd="sng">
                      <a:solidFill>
                        <a:srgbClr val="CCCCCC"/>
                      </a:solidFill>
                      <a:prstDash val="solid"/>
                      <a:round/>
                      <a:headEnd type="none" w="sm" len="sm"/>
                      <a:tailEnd type="none" w="sm" len="sm"/>
                    </a:lnL>
                    <a:lnR w="9525" cap="flat" cmpd="sng">
                      <a:solidFill>
                        <a:srgbClr val="CCCCCC"/>
                      </a:solidFill>
                      <a:prstDash val="solid"/>
                      <a:round/>
                      <a:headEnd type="none" w="sm" len="sm"/>
                      <a:tailEnd type="none" w="sm" len="sm"/>
                    </a:lnR>
                    <a:lnT w="9525" cap="flat" cmpd="sng">
                      <a:solidFill>
                        <a:srgbClr val="CCCCCC"/>
                      </a:solidFill>
                      <a:prstDash val="solid"/>
                      <a:round/>
                      <a:headEnd type="none" w="sm" len="sm"/>
                      <a:tailEnd type="none" w="sm" len="sm"/>
                    </a:lnT>
                    <a:lnB w="9525" cap="flat" cmpd="sng">
                      <a:solidFill>
                        <a:srgbClr val="CCCCCC"/>
                      </a:solidFill>
                      <a:prstDash val="solid"/>
                      <a:round/>
                      <a:headEnd type="none" w="sm" len="sm"/>
                      <a:tailEnd type="none" w="sm" len="sm"/>
                    </a:lnB>
                  </a:tcPr>
                </a:tc>
                <a:tc>
                  <a:txBody>
                    <a:bodyPr/>
                    <a:lstStyle/>
                    <a:p>
                      <a:pPr marL="0" lvl="0" indent="0" algn="r" rtl="0">
                        <a:lnSpc>
                          <a:spcPct val="115000"/>
                        </a:lnSpc>
                        <a:spcBef>
                          <a:spcPts val="0"/>
                        </a:spcBef>
                        <a:spcAft>
                          <a:spcPts val="0"/>
                        </a:spcAft>
                        <a:buNone/>
                      </a:pPr>
                      <a:r>
                        <a:rPr lang="en" sz="1000"/>
                        <a:t>9</a:t>
                      </a:r>
                      <a:endParaRPr sz="1000"/>
                    </a:p>
                  </a:txBody>
                  <a:tcPr marL="28575" marR="28575" marT="19050" marB="19050" anchor="b">
                    <a:lnL w="9525" cap="flat" cmpd="sng">
                      <a:solidFill>
                        <a:srgbClr val="CCCCCC"/>
                      </a:solidFill>
                      <a:prstDash val="solid"/>
                      <a:round/>
                      <a:headEnd type="none" w="sm" len="sm"/>
                      <a:tailEnd type="none" w="sm" len="sm"/>
                    </a:lnL>
                    <a:lnR w="9525" cap="flat" cmpd="sng">
                      <a:solidFill>
                        <a:srgbClr val="CCCCCC"/>
                      </a:solidFill>
                      <a:prstDash val="solid"/>
                      <a:round/>
                      <a:headEnd type="none" w="sm" len="sm"/>
                      <a:tailEnd type="none" w="sm" len="sm"/>
                    </a:lnR>
                    <a:lnT w="9525" cap="flat" cmpd="sng">
                      <a:solidFill>
                        <a:srgbClr val="CCCCCC"/>
                      </a:solidFill>
                      <a:prstDash val="solid"/>
                      <a:round/>
                      <a:headEnd type="none" w="sm" len="sm"/>
                      <a:tailEnd type="none" w="sm" len="sm"/>
                    </a:lnT>
                    <a:lnB w="9525" cap="flat" cmpd="sng">
                      <a:solidFill>
                        <a:srgbClr val="CCCCCC"/>
                      </a:solidFill>
                      <a:prstDash val="solid"/>
                      <a:round/>
                      <a:headEnd type="none" w="sm" len="sm"/>
                      <a:tailEnd type="none" w="sm" len="sm"/>
                    </a:lnB>
                  </a:tcPr>
                </a:tc>
                <a:tc>
                  <a:txBody>
                    <a:bodyPr/>
                    <a:lstStyle/>
                    <a:p>
                      <a:pPr marL="0" lvl="0" indent="0" algn="r" rtl="0">
                        <a:lnSpc>
                          <a:spcPct val="115000"/>
                        </a:lnSpc>
                        <a:spcBef>
                          <a:spcPts val="0"/>
                        </a:spcBef>
                        <a:spcAft>
                          <a:spcPts val="0"/>
                        </a:spcAft>
                        <a:buNone/>
                      </a:pPr>
                      <a:r>
                        <a:rPr lang="en" sz="1000">
                          <a:solidFill>
                            <a:srgbClr val="FF0000"/>
                          </a:solidFill>
                        </a:rPr>
                        <a:t>10</a:t>
                      </a:r>
                      <a:endParaRPr sz="1000">
                        <a:solidFill>
                          <a:srgbClr val="FF0000"/>
                        </a:solidFill>
                      </a:endParaRPr>
                    </a:p>
                  </a:txBody>
                  <a:tcPr marL="28575" marR="28575" marT="19050" marB="19050" anchor="b">
                    <a:lnL w="9525" cap="flat" cmpd="sng">
                      <a:solidFill>
                        <a:srgbClr val="CCCCCC"/>
                      </a:solidFill>
                      <a:prstDash val="solid"/>
                      <a:round/>
                      <a:headEnd type="none" w="sm" len="sm"/>
                      <a:tailEnd type="none" w="sm" len="sm"/>
                    </a:lnL>
                    <a:lnR w="9525" cap="flat" cmpd="sng">
                      <a:solidFill>
                        <a:srgbClr val="CCCCCC"/>
                      </a:solidFill>
                      <a:prstDash val="solid"/>
                      <a:round/>
                      <a:headEnd type="none" w="sm" len="sm"/>
                      <a:tailEnd type="none" w="sm" len="sm"/>
                    </a:lnR>
                    <a:lnT w="9525" cap="flat" cmpd="sng">
                      <a:solidFill>
                        <a:srgbClr val="CCCCCC"/>
                      </a:solidFill>
                      <a:prstDash val="solid"/>
                      <a:round/>
                      <a:headEnd type="none" w="sm" len="sm"/>
                      <a:tailEnd type="none" w="sm" len="sm"/>
                    </a:lnT>
                    <a:lnB w="9525" cap="flat" cmpd="sng">
                      <a:solidFill>
                        <a:srgbClr val="CCCCCC"/>
                      </a:solidFill>
                      <a:prstDash val="solid"/>
                      <a:round/>
                      <a:headEnd type="none" w="sm" len="sm"/>
                      <a:tailEnd type="none" w="sm" len="sm"/>
                    </a:lnB>
                  </a:tcPr>
                </a:tc>
                <a:extLst>
                  <a:ext uri="{0D108BD9-81ED-4DB2-BD59-A6C34878D82A}">
                    <a16:rowId xmlns:a16="http://schemas.microsoft.com/office/drawing/2014/main" val="10000"/>
                  </a:ext>
                </a:extLst>
              </a:tr>
              <a:tr h="439325">
                <a:tc>
                  <a:txBody>
                    <a:bodyPr/>
                    <a:lstStyle/>
                    <a:p>
                      <a:pPr marL="0" lvl="0" indent="0" algn="l" rtl="0">
                        <a:lnSpc>
                          <a:spcPct val="115000"/>
                        </a:lnSpc>
                        <a:spcBef>
                          <a:spcPts val="0"/>
                        </a:spcBef>
                        <a:spcAft>
                          <a:spcPts val="0"/>
                        </a:spcAft>
                        <a:buNone/>
                      </a:pPr>
                      <a:r>
                        <a:rPr lang="en" sz="1000"/>
                        <a:t>1. L.D</a:t>
                      </a:r>
                      <a:endParaRPr sz="1000"/>
                    </a:p>
                  </a:txBody>
                  <a:tcPr marL="28575" marR="28575" marT="19050" marB="19050" anchor="b">
                    <a:lnL w="9525" cap="flat" cmpd="sng">
                      <a:solidFill>
                        <a:srgbClr val="CCCCCC"/>
                      </a:solidFill>
                      <a:prstDash val="solid"/>
                      <a:round/>
                      <a:headEnd type="none" w="sm" len="sm"/>
                      <a:tailEnd type="none" w="sm" len="sm"/>
                    </a:lnL>
                    <a:lnR w="9525" cap="flat" cmpd="sng">
                      <a:solidFill>
                        <a:srgbClr val="CCCCCC"/>
                      </a:solidFill>
                      <a:prstDash val="solid"/>
                      <a:round/>
                      <a:headEnd type="none" w="sm" len="sm"/>
                      <a:tailEnd type="none" w="sm" len="sm"/>
                    </a:lnR>
                    <a:lnT w="9525" cap="flat" cmpd="sng">
                      <a:solidFill>
                        <a:srgbClr val="CCCCCC"/>
                      </a:solidFill>
                      <a:prstDash val="solid"/>
                      <a:round/>
                      <a:headEnd type="none" w="sm" len="sm"/>
                      <a:tailEnd type="none" w="sm" len="sm"/>
                    </a:lnT>
                    <a:lnB w="9525" cap="flat" cmpd="sng">
                      <a:solidFill>
                        <a:srgbClr val="CCCCCC"/>
                      </a:solidFill>
                      <a:prstDash val="solid"/>
                      <a:round/>
                      <a:headEnd type="none" w="sm" len="sm"/>
                      <a:tailEnd type="none" w="sm" len="sm"/>
                    </a:lnB>
                  </a:tcPr>
                </a:tc>
                <a:tc>
                  <a:txBody>
                    <a:bodyPr/>
                    <a:lstStyle/>
                    <a:p>
                      <a:pPr marL="0" lvl="0" indent="0" algn="l" rtl="0">
                        <a:lnSpc>
                          <a:spcPct val="115000"/>
                        </a:lnSpc>
                        <a:spcBef>
                          <a:spcPts val="0"/>
                        </a:spcBef>
                        <a:spcAft>
                          <a:spcPts val="0"/>
                        </a:spcAft>
                        <a:buNone/>
                      </a:pPr>
                      <a:r>
                        <a:rPr lang="en" sz="1000"/>
                        <a:t>IF</a:t>
                      </a:r>
                      <a:endParaRPr sz="1000"/>
                    </a:p>
                  </a:txBody>
                  <a:tcPr marL="28575" marR="28575" marT="19050" marB="19050" anchor="b">
                    <a:lnL w="9525" cap="flat" cmpd="sng">
                      <a:solidFill>
                        <a:srgbClr val="CCCCCC"/>
                      </a:solidFill>
                      <a:prstDash val="solid"/>
                      <a:round/>
                      <a:headEnd type="none" w="sm" len="sm"/>
                      <a:tailEnd type="none" w="sm" len="sm"/>
                    </a:lnL>
                    <a:lnR w="9525" cap="flat" cmpd="sng">
                      <a:solidFill>
                        <a:srgbClr val="CCCCCC"/>
                      </a:solidFill>
                      <a:prstDash val="solid"/>
                      <a:round/>
                      <a:headEnd type="none" w="sm" len="sm"/>
                      <a:tailEnd type="none" w="sm" len="sm"/>
                    </a:lnR>
                    <a:lnT w="9525" cap="flat" cmpd="sng">
                      <a:solidFill>
                        <a:srgbClr val="CCCCCC"/>
                      </a:solidFill>
                      <a:prstDash val="solid"/>
                      <a:round/>
                      <a:headEnd type="none" w="sm" len="sm"/>
                      <a:tailEnd type="none" w="sm" len="sm"/>
                    </a:lnT>
                    <a:lnB w="9525" cap="flat" cmpd="sng">
                      <a:solidFill>
                        <a:srgbClr val="CCCCCC"/>
                      </a:solidFill>
                      <a:prstDash val="solid"/>
                      <a:round/>
                      <a:headEnd type="none" w="sm" len="sm"/>
                      <a:tailEnd type="none" w="sm" len="sm"/>
                    </a:lnB>
                  </a:tcPr>
                </a:tc>
                <a:tc>
                  <a:txBody>
                    <a:bodyPr/>
                    <a:lstStyle/>
                    <a:p>
                      <a:pPr marL="0" lvl="0" indent="0" algn="l" rtl="0">
                        <a:lnSpc>
                          <a:spcPct val="115000"/>
                        </a:lnSpc>
                        <a:spcBef>
                          <a:spcPts val="0"/>
                        </a:spcBef>
                        <a:spcAft>
                          <a:spcPts val="0"/>
                        </a:spcAft>
                        <a:buNone/>
                      </a:pPr>
                      <a:r>
                        <a:rPr lang="en" sz="1000"/>
                        <a:t>ID</a:t>
                      </a:r>
                      <a:endParaRPr sz="1000"/>
                    </a:p>
                  </a:txBody>
                  <a:tcPr marL="28575" marR="28575" marT="19050" marB="19050" anchor="b">
                    <a:lnL w="9525" cap="flat" cmpd="sng">
                      <a:solidFill>
                        <a:srgbClr val="CCCCCC"/>
                      </a:solidFill>
                      <a:prstDash val="solid"/>
                      <a:round/>
                      <a:headEnd type="none" w="sm" len="sm"/>
                      <a:tailEnd type="none" w="sm" len="sm"/>
                    </a:lnL>
                    <a:lnR w="9525" cap="flat" cmpd="sng">
                      <a:solidFill>
                        <a:srgbClr val="CCCCCC"/>
                      </a:solidFill>
                      <a:prstDash val="solid"/>
                      <a:round/>
                      <a:headEnd type="none" w="sm" len="sm"/>
                      <a:tailEnd type="none" w="sm" len="sm"/>
                    </a:lnR>
                    <a:lnT w="9525" cap="flat" cmpd="sng">
                      <a:solidFill>
                        <a:srgbClr val="CCCCCC"/>
                      </a:solidFill>
                      <a:prstDash val="solid"/>
                      <a:round/>
                      <a:headEnd type="none" w="sm" len="sm"/>
                      <a:tailEnd type="none" w="sm" len="sm"/>
                    </a:lnT>
                    <a:lnB w="9525" cap="flat" cmpd="sng">
                      <a:solidFill>
                        <a:srgbClr val="CCCCCC"/>
                      </a:solidFill>
                      <a:prstDash val="solid"/>
                      <a:round/>
                      <a:headEnd type="none" w="sm" len="sm"/>
                      <a:tailEnd type="none" w="sm" len="sm"/>
                    </a:lnB>
                  </a:tcPr>
                </a:tc>
                <a:tc>
                  <a:txBody>
                    <a:bodyPr/>
                    <a:lstStyle/>
                    <a:p>
                      <a:pPr marL="0" lvl="0" indent="0" algn="l" rtl="0">
                        <a:lnSpc>
                          <a:spcPct val="115000"/>
                        </a:lnSpc>
                        <a:spcBef>
                          <a:spcPts val="0"/>
                        </a:spcBef>
                        <a:spcAft>
                          <a:spcPts val="0"/>
                        </a:spcAft>
                        <a:buNone/>
                      </a:pPr>
                      <a:r>
                        <a:rPr lang="en" sz="1000" dirty="0"/>
                        <a:t>EX</a:t>
                      </a:r>
                      <a:endParaRPr sz="1000" dirty="0"/>
                    </a:p>
                  </a:txBody>
                  <a:tcPr marL="28575" marR="28575" marT="19050" marB="19050" anchor="b">
                    <a:lnL w="9525" cap="flat" cmpd="sng">
                      <a:solidFill>
                        <a:srgbClr val="CCCCCC"/>
                      </a:solidFill>
                      <a:prstDash val="solid"/>
                      <a:round/>
                      <a:headEnd type="none" w="sm" len="sm"/>
                      <a:tailEnd type="none" w="sm" len="sm"/>
                    </a:lnL>
                    <a:lnR w="9525" cap="flat" cmpd="sng">
                      <a:solidFill>
                        <a:srgbClr val="CCCCCC"/>
                      </a:solidFill>
                      <a:prstDash val="solid"/>
                      <a:round/>
                      <a:headEnd type="none" w="sm" len="sm"/>
                      <a:tailEnd type="none" w="sm" len="sm"/>
                    </a:lnR>
                    <a:lnT w="9525" cap="flat" cmpd="sng">
                      <a:solidFill>
                        <a:srgbClr val="CCCCCC"/>
                      </a:solidFill>
                      <a:prstDash val="solid"/>
                      <a:round/>
                      <a:headEnd type="none" w="sm" len="sm"/>
                      <a:tailEnd type="none" w="sm" len="sm"/>
                    </a:lnT>
                    <a:lnB w="9525" cap="flat" cmpd="sng">
                      <a:solidFill>
                        <a:srgbClr val="CCCCCC"/>
                      </a:solidFill>
                      <a:prstDash val="solid"/>
                      <a:round/>
                      <a:headEnd type="none" w="sm" len="sm"/>
                      <a:tailEnd type="none" w="sm" len="sm"/>
                    </a:lnB>
                  </a:tcPr>
                </a:tc>
                <a:tc>
                  <a:txBody>
                    <a:bodyPr/>
                    <a:lstStyle/>
                    <a:p>
                      <a:pPr marL="0" lvl="0" indent="0" algn="l" rtl="0">
                        <a:lnSpc>
                          <a:spcPct val="115000"/>
                        </a:lnSpc>
                        <a:spcBef>
                          <a:spcPts val="0"/>
                        </a:spcBef>
                        <a:spcAft>
                          <a:spcPts val="0"/>
                        </a:spcAft>
                        <a:buNone/>
                      </a:pPr>
                      <a:r>
                        <a:rPr lang="en" sz="1000" dirty="0"/>
                        <a:t>ME</a:t>
                      </a:r>
                      <a:endParaRPr sz="1000" dirty="0"/>
                    </a:p>
                  </a:txBody>
                  <a:tcPr marL="28575" marR="28575" marT="19050" marB="19050" anchor="b">
                    <a:lnL w="9525" cap="flat" cmpd="sng">
                      <a:solidFill>
                        <a:srgbClr val="CCCCCC"/>
                      </a:solidFill>
                      <a:prstDash val="solid"/>
                      <a:round/>
                      <a:headEnd type="none" w="sm" len="sm"/>
                      <a:tailEnd type="none" w="sm" len="sm"/>
                    </a:lnL>
                    <a:lnR w="9525" cap="flat" cmpd="sng">
                      <a:solidFill>
                        <a:srgbClr val="CCCCCC"/>
                      </a:solidFill>
                      <a:prstDash val="solid"/>
                      <a:round/>
                      <a:headEnd type="none" w="sm" len="sm"/>
                      <a:tailEnd type="none" w="sm" len="sm"/>
                    </a:lnR>
                    <a:lnT w="9525" cap="flat" cmpd="sng">
                      <a:solidFill>
                        <a:srgbClr val="CCCCCC"/>
                      </a:solidFill>
                      <a:prstDash val="solid"/>
                      <a:round/>
                      <a:headEnd type="none" w="sm" len="sm"/>
                      <a:tailEnd type="none" w="sm" len="sm"/>
                    </a:lnT>
                    <a:lnB w="9525" cap="flat" cmpd="sng">
                      <a:solidFill>
                        <a:srgbClr val="CCCCCC"/>
                      </a:solidFill>
                      <a:prstDash val="solid"/>
                      <a:round/>
                      <a:headEnd type="none" w="sm" len="sm"/>
                      <a:tailEnd type="none" w="sm" len="sm"/>
                    </a:lnB>
                  </a:tcPr>
                </a:tc>
                <a:tc>
                  <a:txBody>
                    <a:bodyPr/>
                    <a:lstStyle/>
                    <a:p>
                      <a:pPr marL="0" lvl="0" indent="0" algn="l" rtl="0">
                        <a:lnSpc>
                          <a:spcPct val="115000"/>
                        </a:lnSpc>
                        <a:spcBef>
                          <a:spcPts val="0"/>
                        </a:spcBef>
                        <a:spcAft>
                          <a:spcPts val="0"/>
                        </a:spcAft>
                        <a:buNone/>
                      </a:pPr>
                      <a:r>
                        <a:rPr lang="en" sz="1000"/>
                        <a:t>WB</a:t>
                      </a:r>
                      <a:endParaRPr sz="1000"/>
                    </a:p>
                  </a:txBody>
                  <a:tcPr marL="28575" marR="28575" marT="19050" marB="19050" anchor="b">
                    <a:lnL w="9525" cap="flat" cmpd="sng">
                      <a:solidFill>
                        <a:srgbClr val="CCCCCC"/>
                      </a:solidFill>
                      <a:prstDash val="solid"/>
                      <a:round/>
                      <a:headEnd type="none" w="sm" len="sm"/>
                      <a:tailEnd type="none" w="sm" len="sm"/>
                    </a:lnL>
                    <a:lnR w="9525" cap="flat" cmpd="sng">
                      <a:solidFill>
                        <a:srgbClr val="CCCCCC"/>
                      </a:solidFill>
                      <a:prstDash val="solid"/>
                      <a:round/>
                      <a:headEnd type="none" w="sm" len="sm"/>
                      <a:tailEnd type="none" w="sm" len="sm"/>
                    </a:lnR>
                    <a:lnT w="9525" cap="flat" cmpd="sng">
                      <a:solidFill>
                        <a:srgbClr val="CCCCCC"/>
                      </a:solidFill>
                      <a:prstDash val="solid"/>
                      <a:round/>
                      <a:headEnd type="none" w="sm" len="sm"/>
                      <a:tailEnd type="none" w="sm" len="sm"/>
                    </a:lnT>
                    <a:lnB w="9525" cap="flat" cmpd="sng">
                      <a:solidFill>
                        <a:srgbClr val="CCCCCC"/>
                      </a:solidFill>
                      <a:prstDash val="solid"/>
                      <a:round/>
                      <a:headEnd type="none" w="sm" len="sm"/>
                      <a:tailEnd type="none" w="sm" len="sm"/>
                    </a:lnB>
                  </a:tcPr>
                </a:tc>
                <a:tc>
                  <a:txBody>
                    <a:bodyPr/>
                    <a:lstStyle/>
                    <a:p>
                      <a:pPr marL="0" lvl="0" indent="0" algn="l" rtl="0">
                        <a:spcBef>
                          <a:spcPts val="0"/>
                        </a:spcBef>
                        <a:spcAft>
                          <a:spcPts val="0"/>
                        </a:spcAft>
                        <a:buNone/>
                      </a:pPr>
                      <a:endParaRPr/>
                    </a:p>
                  </a:txBody>
                  <a:tcPr marL="28575" marR="28575" marT="19050" marB="19050" anchor="b">
                    <a:lnL w="9525" cap="flat" cmpd="sng">
                      <a:solidFill>
                        <a:srgbClr val="CCCCCC"/>
                      </a:solidFill>
                      <a:prstDash val="solid"/>
                      <a:round/>
                      <a:headEnd type="none" w="sm" len="sm"/>
                      <a:tailEnd type="none" w="sm" len="sm"/>
                    </a:lnL>
                    <a:lnR w="9525" cap="flat" cmpd="sng">
                      <a:solidFill>
                        <a:srgbClr val="CCCCCC"/>
                      </a:solidFill>
                      <a:prstDash val="solid"/>
                      <a:round/>
                      <a:headEnd type="none" w="sm" len="sm"/>
                      <a:tailEnd type="none" w="sm" len="sm"/>
                    </a:lnR>
                    <a:lnT w="9525" cap="flat" cmpd="sng">
                      <a:solidFill>
                        <a:srgbClr val="CCCCCC"/>
                      </a:solidFill>
                      <a:prstDash val="solid"/>
                      <a:round/>
                      <a:headEnd type="none" w="sm" len="sm"/>
                      <a:tailEnd type="none" w="sm" len="sm"/>
                    </a:lnT>
                    <a:lnB w="9525" cap="flat" cmpd="sng">
                      <a:solidFill>
                        <a:srgbClr val="CCCCCC"/>
                      </a:solidFill>
                      <a:prstDash val="solid"/>
                      <a:round/>
                      <a:headEnd type="none" w="sm" len="sm"/>
                      <a:tailEnd type="none" w="sm" len="sm"/>
                    </a:lnB>
                  </a:tcPr>
                </a:tc>
                <a:tc>
                  <a:txBody>
                    <a:bodyPr/>
                    <a:lstStyle/>
                    <a:p>
                      <a:pPr marL="0" lvl="0" indent="0" algn="l" rtl="0">
                        <a:spcBef>
                          <a:spcPts val="0"/>
                        </a:spcBef>
                        <a:spcAft>
                          <a:spcPts val="0"/>
                        </a:spcAft>
                        <a:buNone/>
                      </a:pPr>
                      <a:endParaRPr/>
                    </a:p>
                  </a:txBody>
                  <a:tcPr marL="28575" marR="28575" marT="19050" marB="19050" anchor="b">
                    <a:lnL w="9525" cap="flat" cmpd="sng">
                      <a:solidFill>
                        <a:srgbClr val="CCCCCC"/>
                      </a:solidFill>
                      <a:prstDash val="solid"/>
                      <a:round/>
                      <a:headEnd type="none" w="sm" len="sm"/>
                      <a:tailEnd type="none" w="sm" len="sm"/>
                    </a:lnL>
                    <a:lnR w="9525" cap="flat" cmpd="sng">
                      <a:solidFill>
                        <a:srgbClr val="CCCCCC"/>
                      </a:solidFill>
                      <a:prstDash val="solid"/>
                      <a:round/>
                      <a:headEnd type="none" w="sm" len="sm"/>
                      <a:tailEnd type="none" w="sm" len="sm"/>
                    </a:lnR>
                    <a:lnT w="9525" cap="flat" cmpd="sng">
                      <a:solidFill>
                        <a:srgbClr val="CCCCCC"/>
                      </a:solidFill>
                      <a:prstDash val="solid"/>
                      <a:round/>
                      <a:headEnd type="none" w="sm" len="sm"/>
                      <a:tailEnd type="none" w="sm" len="sm"/>
                    </a:lnT>
                    <a:lnB w="9525" cap="flat" cmpd="sng">
                      <a:solidFill>
                        <a:srgbClr val="CCCCCC"/>
                      </a:solidFill>
                      <a:prstDash val="solid"/>
                      <a:round/>
                      <a:headEnd type="none" w="sm" len="sm"/>
                      <a:tailEnd type="none" w="sm" len="sm"/>
                    </a:lnB>
                  </a:tcPr>
                </a:tc>
                <a:tc>
                  <a:txBody>
                    <a:bodyPr/>
                    <a:lstStyle/>
                    <a:p>
                      <a:pPr marL="0" lvl="0" indent="0" algn="l" rtl="0">
                        <a:spcBef>
                          <a:spcPts val="0"/>
                        </a:spcBef>
                        <a:spcAft>
                          <a:spcPts val="0"/>
                        </a:spcAft>
                        <a:buNone/>
                      </a:pPr>
                      <a:endParaRPr/>
                    </a:p>
                  </a:txBody>
                  <a:tcPr marL="28575" marR="28575" marT="19050" marB="19050" anchor="b">
                    <a:lnL w="9525" cap="flat" cmpd="sng">
                      <a:solidFill>
                        <a:srgbClr val="CCCCCC"/>
                      </a:solidFill>
                      <a:prstDash val="solid"/>
                      <a:round/>
                      <a:headEnd type="none" w="sm" len="sm"/>
                      <a:tailEnd type="none" w="sm" len="sm"/>
                    </a:lnL>
                    <a:lnR w="9525" cap="flat" cmpd="sng">
                      <a:solidFill>
                        <a:srgbClr val="CCCCCC"/>
                      </a:solidFill>
                      <a:prstDash val="solid"/>
                      <a:round/>
                      <a:headEnd type="none" w="sm" len="sm"/>
                      <a:tailEnd type="none" w="sm" len="sm"/>
                    </a:lnR>
                    <a:lnT w="9525" cap="flat" cmpd="sng">
                      <a:solidFill>
                        <a:srgbClr val="CCCCCC"/>
                      </a:solidFill>
                      <a:prstDash val="solid"/>
                      <a:round/>
                      <a:headEnd type="none" w="sm" len="sm"/>
                      <a:tailEnd type="none" w="sm" len="sm"/>
                    </a:lnT>
                    <a:lnB w="9525" cap="flat" cmpd="sng">
                      <a:solidFill>
                        <a:srgbClr val="CCCCCC"/>
                      </a:solidFill>
                      <a:prstDash val="solid"/>
                      <a:round/>
                      <a:headEnd type="none" w="sm" len="sm"/>
                      <a:tailEnd type="none" w="sm" len="sm"/>
                    </a:lnB>
                  </a:tcPr>
                </a:tc>
                <a:tc>
                  <a:txBody>
                    <a:bodyPr/>
                    <a:lstStyle/>
                    <a:p>
                      <a:pPr marL="0" lvl="0" indent="0" algn="l" rtl="0">
                        <a:spcBef>
                          <a:spcPts val="0"/>
                        </a:spcBef>
                        <a:spcAft>
                          <a:spcPts val="0"/>
                        </a:spcAft>
                        <a:buNone/>
                      </a:pPr>
                      <a:endParaRPr/>
                    </a:p>
                  </a:txBody>
                  <a:tcPr marL="28575" marR="28575" marT="19050" marB="19050" anchor="b">
                    <a:lnL w="9525" cap="flat" cmpd="sng">
                      <a:solidFill>
                        <a:srgbClr val="CCCCCC"/>
                      </a:solidFill>
                      <a:prstDash val="solid"/>
                      <a:round/>
                      <a:headEnd type="none" w="sm" len="sm"/>
                      <a:tailEnd type="none" w="sm" len="sm"/>
                    </a:lnL>
                    <a:lnR w="9525" cap="flat" cmpd="sng">
                      <a:solidFill>
                        <a:srgbClr val="CCCCCC"/>
                      </a:solidFill>
                      <a:prstDash val="solid"/>
                      <a:round/>
                      <a:headEnd type="none" w="sm" len="sm"/>
                      <a:tailEnd type="none" w="sm" len="sm"/>
                    </a:lnR>
                    <a:lnT w="9525" cap="flat" cmpd="sng">
                      <a:solidFill>
                        <a:srgbClr val="CCCCCC"/>
                      </a:solidFill>
                      <a:prstDash val="solid"/>
                      <a:round/>
                      <a:headEnd type="none" w="sm" len="sm"/>
                      <a:tailEnd type="none" w="sm" len="sm"/>
                    </a:lnT>
                    <a:lnB w="9525" cap="flat" cmpd="sng">
                      <a:solidFill>
                        <a:srgbClr val="CCCCCC"/>
                      </a:solidFill>
                      <a:prstDash val="solid"/>
                      <a:round/>
                      <a:headEnd type="none" w="sm" len="sm"/>
                      <a:tailEnd type="none" w="sm" len="sm"/>
                    </a:lnB>
                  </a:tcPr>
                </a:tc>
                <a:tc>
                  <a:txBody>
                    <a:bodyPr/>
                    <a:lstStyle/>
                    <a:p>
                      <a:pPr marL="0" lvl="0" indent="0" algn="l" rtl="0">
                        <a:spcBef>
                          <a:spcPts val="0"/>
                        </a:spcBef>
                        <a:spcAft>
                          <a:spcPts val="0"/>
                        </a:spcAft>
                        <a:buNone/>
                      </a:pPr>
                      <a:endParaRPr/>
                    </a:p>
                  </a:txBody>
                  <a:tcPr marL="28575" marR="28575" marT="19050" marB="19050" anchor="b">
                    <a:lnL w="9525" cap="flat" cmpd="sng">
                      <a:solidFill>
                        <a:srgbClr val="CCCCCC"/>
                      </a:solidFill>
                      <a:prstDash val="solid"/>
                      <a:round/>
                      <a:headEnd type="none" w="sm" len="sm"/>
                      <a:tailEnd type="none" w="sm" len="sm"/>
                    </a:lnL>
                    <a:lnR w="9525" cap="flat" cmpd="sng">
                      <a:solidFill>
                        <a:srgbClr val="CCCCCC"/>
                      </a:solidFill>
                      <a:prstDash val="solid"/>
                      <a:round/>
                      <a:headEnd type="none" w="sm" len="sm"/>
                      <a:tailEnd type="none" w="sm" len="sm"/>
                    </a:lnR>
                    <a:lnT w="9525" cap="flat" cmpd="sng">
                      <a:solidFill>
                        <a:srgbClr val="CCCCCC"/>
                      </a:solidFill>
                      <a:prstDash val="solid"/>
                      <a:round/>
                      <a:headEnd type="none" w="sm" len="sm"/>
                      <a:tailEnd type="none" w="sm" len="sm"/>
                    </a:lnT>
                    <a:lnB w="9525" cap="flat" cmpd="sng">
                      <a:solidFill>
                        <a:srgbClr val="CCCCCC"/>
                      </a:solidFill>
                      <a:prstDash val="solid"/>
                      <a:round/>
                      <a:headEnd type="none" w="sm" len="sm"/>
                      <a:tailEnd type="none" w="sm" len="sm"/>
                    </a:lnB>
                  </a:tcPr>
                </a:tc>
                <a:extLst>
                  <a:ext uri="{0D108BD9-81ED-4DB2-BD59-A6C34878D82A}">
                    <a16:rowId xmlns:a16="http://schemas.microsoft.com/office/drawing/2014/main" val="10001"/>
                  </a:ext>
                </a:extLst>
              </a:tr>
              <a:tr h="439325">
                <a:tc>
                  <a:txBody>
                    <a:bodyPr/>
                    <a:lstStyle/>
                    <a:p>
                      <a:pPr marL="0" lvl="0" indent="0" algn="l" rtl="0">
                        <a:lnSpc>
                          <a:spcPct val="115000"/>
                        </a:lnSpc>
                        <a:spcBef>
                          <a:spcPts val="0"/>
                        </a:spcBef>
                        <a:spcAft>
                          <a:spcPts val="0"/>
                        </a:spcAft>
                        <a:buNone/>
                      </a:pPr>
                      <a:r>
                        <a:rPr lang="en" sz="1000"/>
                        <a:t>2. ADD.D</a:t>
                      </a:r>
                      <a:endParaRPr sz="1000"/>
                    </a:p>
                  </a:txBody>
                  <a:tcPr marL="28575" marR="28575" marT="19050" marB="19050" anchor="b">
                    <a:lnL w="9525" cap="flat" cmpd="sng">
                      <a:solidFill>
                        <a:srgbClr val="CCCCCC"/>
                      </a:solidFill>
                      <a:prstDash val="solid"/>
                      <a:round/>
                      <a:headEnd type="none" w="sm" len="sm"/>
                      <a:tailEnd type="none" w="sm" len="sm"/>
                    </a:lnL>
                    <a:lnR w="9525" cap="flat" cmpd="sng">
                      <a:solidFill>
                        <a:srgbClr val="CCCCCC"/>
                      </a:solidFill>
                      <a:prstDash val="solid"/>
                      <a:round/>
                      <a:headEnd type="none" w="sm" len="sm"/>
                      <a:tailEnd type="none" w="sm" len="sm"/>
                    </a:lnR>
                    <a:lnT w="9525" cap="flat" cmpd="sng">
                      <a:solidFill>
                        <a:srgbClr val="CCCCCC"/>
                      </a:solidFill>
                      <a:prstDash val="solid"/>
                      <a:round/>
                      <a:headEnd type="none" w="sm" len="sm"/>
                      <a:tailEnd type="none" w="sm" len="sm"/>
                    </a:lnT>
                    <a:lnB w="9525" cap="flat" cmpd="sng">
                      <a:solidFill>
                        <a:srgbClr val="CCCCCC"/>
                      </a:solidFill>
                      <a:prstDash val="solid"/>
                      <a:round/>
                      <a:headEnd type="none" w="sm" len="sm"/>
                      <a:tailEnd type="none" w="sm" len="sm"/>
                    </a:lnB>
                  </a:tcPr>
                </a:tc>
                <a:tc>
                  <a:txBody>
                    <a:bodyPr/>
                    <a:lstStyle/>
                    <a:p>
                      <a:pPr marL="0" lvl="0" indent="0" algn="l" rtl="0">
                        <a:spcBef>
                          <a:spcPts val="0"/>
                        </a:spcBef>
                        <a:spcAft>
                          <a:spcPts val="0"/>
                        </a:spcAft>
                        <a:buNone/>
                      </a:pPr>
                      <a:endParaRPr/>
                    </a:p>
                  </a:txBody>
                  <a:tcPr marL="28575" marR="28575" marT="19050" marB="19050" anchor="b">
                    <a:lnL w="9525" cap="flat" cmpd="sng">
                      <a:solidFill>
                        <a:srgbClr val="CCCCCC"/>
                      </a:solidFill>
                      <a:prstDash val="solid"/>
                      <a:round/>
                      <a:headEnd type="none" w="sm" len="sm"/>
                      <a:tailEnd type="none" w="sm" len="sm"/>
                    </a:lnL>
                    <a:lnR w="9525" cap="flat" cmpd="sng">
                      <a:solidFill>
                        <a:srgbClr val="CCCCCC"/>
                      </a:solidFill>
                      <a:prstDash val="solid"/>
                      <a:round/>
                      <a:headEnd type="none" w="sm" len="sm"/>
                      <a:tailEnd type="none" w="sm" len="sm"/>
                    </a:lnR>
                    <a:lnT w="9525" cap="flat" cmpd="sng">
                      <a:solidFill>
                        <a:srgbClr val="CCCCCC"/>
                      </a:solidFill>
                      <a:prstDash val="solid"/>
                      <a:round/>
                      <a:headEnd type="none" w="sm" len="sm"/>
                      <a:tailEnd type="none" w="sm" len="sm"/>
                    </a:lnT>
                    <a:lnB w="9525" cap="flat" cmpd="sng">
                      <a:solidFill>
                        <a:srgbClr val="CCCCCC"/>
                      </a:solidFill>
                      <a:prstDash val="solid"/>
                      <a:round/>
                      <a:headEnd type="none" w="sm" len="sm"/>
                      <a:tailEnd type="none" w="sm" len="sm"/>
                    </a:lnB>
                  </a:tcPr>
                </a:tc>
                <a:tc>
                  <a:txBody>
                    <a:bodyPr/>
                    <a:lstStyle/>
                    <a:p>
                      <a:pPr marL="0" lvl="0" indent="0" algn="l" rtl="0">
                        <a:lnSpc>
                          <a:spcPct val="115000"/>
                        </a:lnSpc>
                        <a:spcBef>
                          <a:spcPts val="0"/>
                        </a:spcBef>
                        <a:spcAft>
                          <a:spcPts val="0"/>
                        </a:spcAft>
                        <a:buNone/>
                      </a:pPr>
                      <a:r>
                        <a:rPr lang="en" sz="1000"/>
                        <a:t>IF</a:t>
                      </a:r>
                      <a:endParaRPr sz="1000"/>
                    </a:p>
                  </a:txBody>
                  <a:tcPr marL="28575" marR="28575" marT="19050" marB="19050" anchor="b">
                    <a:lnL w="9525" cap="flat" cmpd="sng">
                      <a:solidFill>
                        <a:srgbClr val="CCCCCC"/>
                      </a:solidFill>
                      <a:prstDash val="solid"/>
                      <a:round/>
                      <a:headEnd type="none" w="sm" len="sm"/>
                      <a:tailEnd type="none" w="sm" len="sm"/>
                    </a:lnL>
                    <a:lnR w="9525" cap="flat" cmpd="sng">
                      <a:solidFill>
                        <a:srgbClr val="CCCCCC"/>
                      </a:solidFill>
                      <a:prstDash val="solid"/>
                      <a:round/>
                      <a:headEnd type="none" w="sm" len="sm"/>
                      <a:tailEnd type="none" w="sm" len="sm"/>
                    </a:lnR>
                    <a:lnT w="9525" cap="flat" cmpd="sng">
                      <a:solidFill>
                        <a:srgbClr val="CCCCCC"/>
                      </a:solidFill>
                      <a:prstDash val="solid"/>
                      <a:round/>
                      <a:headEnd type="none" w="sm" len="sm"/>
                      <a:tailEnd type="none" w="sm" len="sm"/>
                    </a:lnT>
                    <a:lnB w="9525" cap="flat" cmpd="sng">
                      <a:solidFill>
                        <a:srgbClr val="CCCCCC"/>
                      </a:solidFill>
                      <a:prstDash val="solid"/>
                      <a:round/>
                      <a:headEnd type="none" w="sm" len="sm"/>
                      <a:tailEnd type="none" w="sm" len="sm"/>
                    </a:lnB>
                  </a:tcPr>
                </a:tc>
                <a:tc>
                  <a:txBody>
                    <a:bodyPr/>
                    <a:lstStyle/>
                    <a:p>
                      <a:pPr marL="0" lvl="0" indent="0" algn="l" rtl="0">
                        <a:lnSpc>
                          <a:spcPct val="115000"/>
                        </a:lnSpc>
                        <a:spcBef>
                          <a:spcPts val="0"/>
                        </a:spcBef>
                        <a:spcAft>
                          <a:spcPts val="0"/>
                        </a:spcAft>
                        <a:buNone/>
                      </a:pPr>
                      <a:r>
                        <a:rPr lang="en-US" sz="1000" dirty="0"/>
                        <a:t>*</a:t>
                      </a:r>
                      <a:endParaRPr sz="1000" dirty="0"/>
                    </a:p>
                  </a:txBody>
                  <a:tcPr marL="28575" marR="28575" marT="19050" marB="19050" anchor="b">
                    <a:lnL w="9525" cap="flat" cmpd="sng">
                      <a:solidFill>
                        <a:srgbClr val="CCCCCC"/>
                      </a:solidFill>
                      <a:prstDash val="solid"/>
                      <a:round/>
                      <a:headEnd type="none" w="sm" len="sm"/>
                      <a:tailEnd type="none" w="sm" len="sm"/>
                    </a:lnL>
                    <a:lnR w="9525" cap="flat" cmpd="sng">
                      <a:solidFill>
                        <a:srgbClr val="CCCCCC"/>
                      </a:solidFill>
                      <a:prstDash val="solid"/>
                      <a:round/>
                      <a:headEnd type="none" w="sm" len="sm"/>
                      <a:tailEnd type="none" w="sm" len="sm"/>
                    </a:lnR>
                    <a:lnT w="9525" cap="flat" cmpd="sng">
                      <a:solidFill>
                        <a:srgbClr val="CCCCCC"/>
                      </a:solidFill>
                      <a:prstDash val="solid"/>
                      <a:round/>
                      <a:headEnd type="none" w="sm" len="sm"/>
                      <a:tailEnd type="none" w="sm" len="sm"/>
                    </a:lnT>
                    <a:lnB w="9525" cap="flat" cmpd="sng">
                      <a:solidFill>
                        <a:srgbClr val="CCCCCC"/>
                      </a:solidFill>
                      <a:prstDash val="solid"/>
                      <a:round/>
                      <a:headEnd type="none" w="sm" len="sm"/>
                      <a:tailEnd type="none" w="sm" len="sm"/>
                    </a:lnB>
                  </a:tcPr>
                </a:tc>
                <a:tc>
                  <a:txBody>
                    <a:bodyPr/>
                    <a:lstStyle/>
                    <a:p>
                      <a:pPr marL="0" lvl="0" indent="0" algn="l" rtl="0">
                        <a:lnSpc>
                          <a:spcPct val="115000"/>
                        </a:lnSpc>
                        <a:spcBef>
                          <a:spcPts val="0"/>
                        </a:spcBef>
                        <a:spcAft>
                          <a:spcPts val="0"/>
                        </a:spcAft>
                        <a:buNone/>
                      </a:pPr>
                      <a:r>
                        <a:rPr lang="en" sz="1000" dirty="0"/>
                        <a:t>ID</a:t>
                      </a:r>
                      <a:endParaRPr sz="1000" dirty="0"/>
                    </a:p>
                  </a:txBody>
                  <a:tcPr marL="28575" marR="28575" marT="19050" marB="19050" anchor="b">
                    <a:lnL w="9525" cap="flat" cmpd="sng">
                      <a:solidFill>
                        <a:srgbClr val="CCCCCC"/>
                      </a:solidFill>
                      <a:prstDash val="solid"/>
                      <a:round/>
                      <a:headEnd type="none" w="sm" len="sm"/>
                      <a:tailEnd type="none" w="sm" len="sm"/>
                    </a:lnL>
                    <a:lnR w="9525" cap="flat" cmpd="sng">
                      <a:solidFill>
                        <a:srgbClr val="CCCCCC"/>
                      </a:solidFill>
                      <a:prstDash val="solid"/>
                      <a:round/>
                      <a:headEnd type="none" w="sm" len="sm"/>
                      <a:tailEnd type="none" w="sm" len="sm"/>
                    </a:lnR>
                    <a:lnT w="9525" cap="flat" cmpd="sng">
                      <a:solidFill>
                        <a:srgbClr val="CCCCCC"/>
                      </a:solidFill>
                      <a:prstDash val="solid"/>
                      <a:round/>
                      <a:headEnd type="none" w="sm" len="sm"/>
                      <a:tailEnd type="none" w="sm" len="sm"/>
                    </a:lnT>
                    <a:lnB w="9525" cap="flat" cmpd="sng">
                      <a:solidFill>
                        <a:srgbClr val="CCCCCC"/>
                      </a:solidFill>
                      <a:prstDash val="solid"/>
                      <a:round/>
                      <a:headEnd type="none" w="sm" len="sm"/>
                      <a:tailEnd type="none" w="sm" len="sm"/>
                    </a:lnB>
                  </a:tcPr>
                </a:tc>
                <a:tc>
                  <a:txBody>
                    <a:bodyPr/>
                    <a:lstStyle/>
                    <a:p>
                      <a:pPr marL="0" lvl="0" indent="0" algn="l" rtl="0">
                        <a:lnSpc>
                          <a:spcPct val="115000"/>
                        </a:lnSpc>
                        <a:spcBef>
                          <a:spcPts val="0"/>
                        </a:spcBef>
                        <a:spcAft>
                          <a:spcPts val="0"/>
                        </a:spcAft>
                        <a:buNone/>
                      </a:pPr>
                      <a:r>
                        <a:rPr lang="en" sz="1000"/>
                        <a:t>EX</a:t>
                      </a:r>
                      <a:endParaRPr sz="1000"/>
                    </a:p>
                  </a:txBody>
                  <a:tcPr marL="28575" marR="28575" marT="19050" marB="19050" anchor="b">
                    <a:lnL w="9525" cap="flat" cmpd="sng">
                      <a:solidFill>
                        <a:srgbClr val="CCCCCC"/>
                      </a:solidFill>
                      <a:prstDash val="solid"/>
                      <a:round/>
                      <a:headEnd type="none" w="sm" len="sm"/>
                      <a:tailEnd type="none" w="sm" len="sm"/>
                    </a:lnL>
                    <a:lnR w="9525" cap="flat" cmpd="sng">
                      <a:solidFill>
                        <a:srgbClr val="CCCCCC"/>
                      </a:solidFill>
                      <a:prstDash val="solid"/>
                      <a:round/>
                      <a:headEnd type="none" w="sm" len="sm"/>
                      <a:tailEnd type="none" w="sm" len="sm"/>
                    </a:lnR>
                    <a:lnT w="9525" cap="flat" cmpd="sng">
                      <a:solidFill>
                        <a:srgbClr val="CCCCCC"/>
                      </a:solidFill>
                      <a:prstDash val="solid"/>
                      <a:round/>
                      <a:headEnd type="none" w="sm" len="sm"/>
                      <a:tailEnd type="none" w="sm" len="sm"/>
                    </a:lnT>
                    <a:lnB w="9525" cap="flat" cmpd="sng">
                      <a:solidFill>
                        <a:srgbClr val="CCCCCC"/>
                      </a:solidFill>
                      <a:prstDash val="solid"/>
                      <a:round/>
                      <a:headEnd type="none" w="sm" len="sm"/>
                      <a:tailEnd type="none" w="sm" len="sm"/>
                    </a:lnB>
                  </a:tcPr>
                </a:tc>
                <a:tc>
                  <a:txBody>
                    <a:bodyPr/>
                    <a:lstStyle/>
                    <a:p>
                      <a:pPr marL="0" lvl="0" indent="0" algn="l" rtl="0">
                        <a:lnSpc>
                          <a:spcPct val="115000"/>
                        </a:lnSpc>
                        <a:spcBef>
                          <a:spcPts val="0"/>
                        </a:spcBef>
                        <a:spcAft>
                          <a:spcPts val="0"/>
                        </a:spcAft>
                        <a:buNone/>
                      </a:pPr>
                      <a:r>
                        <a:rPr lang="en" sz="1000"/>
                        <a:t>ME</a:t>
                      </a:r>
                      <a:endParaRPr sz="1000"/>
                    </a:p>
                  </a:txBody>
                  <a:tcPr marL="28575" marR="28575" marT="19050" marB="19050" anchor="b">
                    <a:lnL w="9525" cap="flat" cmpd="sng">
                      <a:solidFill>
                        <a:srgbClr val="CCCCCC"/>
                      </a:solidFill>
                      <a:prstDash val="solid"/>
                      <a:round/>
                      <a:headEnd type="none" w="sm" len="sm"/>
                      <a:tailEnd type="none" w="sm" len="sm"/>
                    </a:lnL>
                    <a:lnR w="9525" cap="flat" cmpd="sng">
                      <a:solidFill>
                        <a:srgbClr val="CCCCCC"/>
                      </a:solidFill>
                      <a:prstDash val="solid"/>
                      <a:round/>
                      <a:headEnd type="none" w="sm" len="sm"/>
                      <a:tailEnd type="none" w="sm" len="sm"/>
                    </a:lnR>
                    <a:lnT w="9525" cap="flat" cmpd="sng">
                      <a:solidFill>
                        <a:srgbClr val="CCCCCC"/>
                      </a:solidFill>
                      <a:prstDash val="solid"/>
                      <a:round/>
                      <a:headEnd type="none" w="sm" len="sm"/>
                      <a:tailEnd type="none" w="sm" len="sm"/>
                    </a:lnT>
                    <a:lnB w="9525" cap="flat" cmpd="sng">
                      <a:solidFill>
                        <a:srgbClr val="CCCCCC"/>
                      </a:solidFill>
                      <a:prstDash val="solid"/>
                      <a:round/>
                      <a:headEnd type="none" w="sm" len="sm"/>
                      <a:tailEnd type="none" w="sm" len="sm"/>
                    </a:lnB>
                  </a:tcPr>
                </a:tc>
                <a:tc>
                  <a:txBody>
                    <a:bodyPr/>
                    <a:lstStyle/>
                    <a:p>
                      <a:pPr marL="0" lvl="0" indent="0" algn="l" rtl="0">
                        <a:lnSpc>
                          <a:spcPct val="115000"/>
                        </a:lnSpc>
                        <a:spcBef>
                          <a:spcPts val="0"/>
                        </a:spcBef>
                        <a:spcAft>
                          <a:spcPts val="0"/>
                        </a:spcAft>
                        <a:buNone/>
                      </a:pPr>
                      <a:r>
                        <a:rPr lang="en" sz="1000"/>
                        <a:t>WB</a:t>
                      </a:r>
                      <a:endParaRPr sz="1000"/>
                    </a:p>
                  </a:txBody>
                  <a:tcPr marL="28575" marR="28575" marT="19050" marB="19050" anchor="b">
                    <a:lnL w="9525" cap="flat" cmpd="sng">
                      <a:solidFill>
                        <a:srgbClr val="CCCCCC"/>
                      </a:solidFill>
                      <a:prstDash val="solid"/>
                      <a:round/>
                      <a:headEnd type="none" w="sm" len="sm"/>
                      <a:tailEnd type="none" w="sm" len="sm"/>
                    </a:lnL>
                    <a:lnR w="9525" cap="flat" cmpd="sng">
                      <a:solidFill>
                        <a:srgbClr val="CCCCCC"/>
                      </a:solidFill>
                      <a:prstDash val="solid"/>
                      <a:round/>
                      <a:headEnd type="none" w="sm" len="sm"/>
                      <a:tailEnd type="none" w="sm" len="sm"/>
                    </a:lnR>
                    <a:lnT w="9525" cap="flat" cmpd="sng">
                      <a:solidFill>
                        <a:srgbClr val="CCCCCC"/>
                      </a:solidFill>
                      <a:prstDash val="solid"/>
                      <a:round/>
                      <a:headEnd type="none" w="sm" len="sm"/>
                      <a:tailEnd type="none" w="sm" len="sm"/>
                    </a:lnT>
                    <a:lnB w="9525" cap="flat" cmpd="sng">
                      <a:solidFill>
                        <a:srgbClr val="CCCCCC"/>
                      </a:solidFill>
                      <a:prstDash val="solid"/>
                      <a:round/>
                      <a:headEnd type="none" w="sm" len="sm"/>
                      <a:tailEnd type="none" w="sm" len="sm"/>
                    </a:lnB>
                  </a:tcPr>
                </a:tc>
                <a:tc>
                  <a:txBody>
                    <a:bodyPr/>
                    <a:lstStyle/>
                    <a:p>
                      <a:pPr marL="0" lvl="0" indent="0" algn="l" rtl="0">
                        <a:spcBef>
                          <a:spcPts val="0"/>
                        </a:spcBef>
                        <a:spcAft>
                          <a:spcPts val="0"/>
                        </a:spcAft>
                        <a:buNone/>
                      </a:pPr>
                      <a:endParaRPr/>
                    </a:p>
                  </a:txBody>
                  <a:tcPr marL="28575" marR="28575" marT="19050" marB="19050" anchor="b">
                    <a:lnL w="9525" cap="flat" cmpd="sng">
                      <a:solidFill>
                        <a:srgbClr val="CCCCCC"/>
                      </a:solidFill>
                      <a:prstDash val="solid"/>
                      <a:round/>
                      <a:headEnd type="none" w="sm" len="sm"/>
                      <a:tailEnd type="none" w="sm" len="sm"/>
                    </a:lnL>
                    <a:lnR w="9525" cap="flat" cmpd="sng">
                      <a:solidFill>
                        <a:srgbClr val="CCCCCC"/>
                      </a:solidFill>
                      <a:prstDash val="solid"/>
                      <a:round/>
                      <a:headEnd type="none" w="sm" len="sm"/>
                      <a:tailEnd type="none" w="sm" len="sm"/>
                    </a:lnR>
                    <a:lnT w="9525" cap="flat" cmpd="sng">
                      <a:solidFill>
                        <a:srgbClr val="CCCCCC"/>
                      </a:solidFill>
                      <a:prstDash val="solid"/>
                      <a:round/>
                      <a:headEnd type="none" w="sm" len="sm"/>
                      <a:tailEnd type="none" w="sm" len="sm"/>
                    </a:lnT>
                    <a:lnB w="9525" cap="flat" cmpd="sng">
                      <a:solidFill>
                        <a:srgbClr val="CCCCCC"/>
                      </a:solidFill>
                      <a:prstDash val="solid"/>
                      <a:round/>
                      <a:headEnd type="none" w="sm" len="sm"/>
                      <a:tailEnd type="none" w="sm" len="sm"/>
                    </a:lnB>
                  </a:tcPr>
                </a:tc>
                <a:tc>
                  <a:txBody>
                    <a:bodyPr/>
                    <a:lstStyle/>
                    <a:p>
                      <a:pPr marL="0" lvl="0" indent="0" algn="l" rtl="0">
                        <a:spcBef>
                          <a:spcPts val="0"/>
                        </a:spcBef>
                        <a:spcAft>
                          <a:spcPts val="0"/>
                        </a:spcAft>
                        <a:buNone/>
                      </a:pPr>
                      <a:endParaRPr/>
                    </a:p>
                  </a:txBody>
                  <a:tcPr marL="28575" marR="28575" marT="19050" marB="19050" anchor="b">
                    <a:lnL w="9525" cap="flat" cmpd="sng">
                      <a:solidFill>
                        <a:srgbClr val="CCCCCC"/>
                      </a:solidFill>
                      <a:prstDash val="solid"/>
                      <a:round/>
                      <a:headEnd type="none" w="sm" len="sm"/>
                      <a:tailEnd type="none" w="sm" len="sm"/>
                    </a:lnL>
                    <a:lnR w="9525" cap="flat" cmpd="sng">
                      <a:solidFill>
                        <a:srgbClr val="CCCCCC"/>
                      </a:solidFill>
                      <a:prstDash val="solid"/>
                      <a:round/>
                      <a:headEnd type="none" w="sm" len="sm"/>
                      <a:tailEnd type="none" w="sm" len="sm"/>
                    </a:lnR>
                    <a:lnT w="9525" cap="flat" cmpd="sng">
                      <a:solidFill>
                        <a:srgbClr val="CCCCCC"/>
                      </a:solidFill>
                      <a:prstDash val="solid"/>
                      <a:round/>
                      <a:headEnd type="none" w="sm" len="sm"/>
                      <a:tailEnd type="none" w="sm" len="sm"/>
                    </a:lnT>
                    <a:lnB w="9525" cap="flat" cmpd="sng">
                      <a:solidFill>
                        <a:srgbClr val="CCCCCC"/>
                      </a:solidFill>
                      <a:prstDash val="solid"/>
                      <a:round/>
                      <a:headEnd type="none" w="sm" len="sm"/>
                      <a:tailEnd type="none" w="sm" len="sm"/>
                    </a:lnB>
                  </a:tcPr>
                </a:tc>
                <a:tc>
                  <a:txBody>
                    <a:bodyPr/>
                    <a:lstStyle/>
                    <a:p>
                      <a:pPr marL="0" lvl="0" indent="0" algn="l" rtl="0">
                        <a:spcBef>
                          <a:spcPts val="0"/>
                        </a:spcBef>
                        <a:spcAft>
                          <a:spcPts val="0"/>
                        </a:spcAft>
                        <a:buNone/>
                      </a:pPr>
                      <a:endParaRPr/>
                    </a:p>
                  </a:txBody>
                  <a:tcPr marL="28575" marR="28575" marT="19050" marB="19050" anchor="b">
                    <a:lnL w="9525" cap="flat" cmpd="sng">
                      <a:solidFill>
                        <a:srgbClr val="CCCCCC"/>
                      </a:solidFill>
                      <a:prstDash val="solid"/>
                      <a:round/>
                      <a:headEnd type="none" w="sm" len="sm"/>
                      <a:tailEnd type="none" w="sm" len="sm"/>
                    </a:lnL>
                    <a:lnR w="9525" cap="flat" cmpd="sng">
                      <a:solidFill>
                        <a:srgbClr val="CCCCCC"/>
                      </a:solidFill>
                      <a:prstDash val="solid"/>
                      <a:round/>
                      <a:headEnd type="none" w="sm" len="sm"/>
                      <a:tailEnd type="none" w="sm" len="sm"/>
                    </a:lnR>
                    <a:lnT w="9525" cap="flat" cmpd="sng">
                      <a:solidFill>
                        <a:srgbClr val="CCCCCC"/>
                      </a:solidFill>
                      <a:prstDash val="solid"/>
                      <a:round/>
                      <a:headEnd type="none" w="sm" len="sm"/>
                      <a:tailEnd type="none" w="sm" len="sm"/>
                    </a:lnT>
                    <a:lnB w="9525" cap="flat" cmpd="sng">
                      <a:solidFill>
                        <a:srgbClr val="CCCCCC"/>
                      </a:solidFill>
                      <a:prstDash val="solid"/>
                      <a:round/>
                      <a:headEnd type="none" w="sm" len="sm"/>
                      <a:tailEnd type="none" w="sm" len="sm"/>
                    </a:lnB>
                  </a:tcPr>
                </a:tc>
                <a:extLst>
                  <a:ext uri="{0D108BD9-81ED-4DB2-BD59-A6C34878D82A}">
                    <a16:rowId xmlns:a16="http://schemas.microsoft.com/office/drawing/2014/main" val="10002"/>
                  </a:ext>
                </a:extLst>
              </a:tr>
              <a:tr h="439325">
                <a:tc>
                  <a:txBody>
                    <a:bodyPr/>
                    <a:lstStyle/>
                    <a:p>
                      <a:pPr marL="0" lvl="0" indent="0" algn="l" rtl="0">
                        <a:lnSpc>
                          <a:spcPct val="115000"/>
                        </a:lnSpc>
                        <a:spcBef>
                          <a:spcPts val="0"/>
                        </a:spcBef>
                        <a:spcAft>
                          <a:spcPts val="0"/>
                        </a:spcAft>
                        <a:buNone/>
                      </a:pPr>
                      <a:r>
                        <a:rPr lang="en" sz="1000"/>
                        <a:t>3. L.D</a:t>
                      </a:r>
                      <a:endParaRPr sz="1000"/>
                    </a:p>
                  </a:txBody>
                  <a:tcPr marL="28575" marR="28575" marT="19050" marB="19050" anchor="b">
                    <a:lnL w="9525" cap="flat" cmpd="sng">
                      <a:solidFill>
                        <a:srgbClr val="CCCCCC"/>
                      </a:solidFill>
                      <a:prstDash val="solid"/>
                      <a:round/>
                      <a:headEnd type="none" w="sm" len="sm"/>
                      <a:tailEnd type="none" w="sm" len="sm"/>
                    </a:lnL>
                    <a:lnR w="9525" cap="flat" cmpd="sng">
                      <a:solidFill>
                        <a:srgbClr val="CCCCCC"/>
                      </a:solidFill>
                      <a:prstDash val="solid"/>
                      <a:round/>
                      <a:headEnd type="none" w="sm" len="sm"/>
                      <a:tailEnd type="none" w="sm" len="sm"/>
                    </a:lnR>
                    <a:lnT w="9525" cap="flat" cmpd="sng">
                      <a:solidFill>
                        <a:srgbClr val="CCCCCC"/>
                      </a:solidFill>
                      <a:prstDash val="solid"/>
                      <a:round/>
                      <a:headEnd type="none" w="sm" len="sm"/>
                      <a:tailEnd type="none" w="sm" len="sm"/>
                    </a:lnT>
                    <a:lnB w="9525" cap="flat" cmpd="sng">
                      <a:solidFill>
                        <a:srgbClr val="CCCCCC"/>
                      </a:solidFill>
                      <a:prstDash val="solid"/>
                      <a:round/>
                      <a:headEnd type="none" w="sm" len="sm"/>
                      <a:tailEnd type="none" w="sm" len="sm"/>
                    </a:lnB>
                  </a:tcPr>
                </a:tc>
                <a:tc>
                  <a:txBody>
                    <a:bodyPr/>
                    <a:lstStyle/>
                    <a:p>
                      <a:pPr marL="0" lvl="0" indent="0" algn="l" rtl="0">
                        <a:spcBef>
                          <a:spcPts val="0"/>
                        </a:spcBef>
                        <a:spcAft>
                          <a:spcPts val="0"/>
                        </a:spcAft>
                        <a:buNone/>
                      </a:pPr>
                      <a:endParaRPr/>
                    </a:p>
                  </a:txBody>
                  <a:tcPr marL="28575" marR="28575" marT="19050" marB="19050" anchor="b">
                    <a:lnL w="9525" cap="flat" cmpd="sng">
                      <a:solidFill>
                        <a:srgbClr val="CCCCCC"/>
                      </a:solidFill>
                      <a:prstDash val="solid"/>
                      <a:round/>
                      <a:headEnd type="none" w="sm" len="sm"/>
                      <a:tailEnd type="none" w="sm" len="sm"/>
                    </a:lnL>
                    <a:lnR w="9525" cap="flat" cmpd="sng">
                      <a:solidFill>
                        <a:srgbClr val="CCCCCC"/>
                      </a:solidFill>
                      <a:prstDash val="solid"/>
                      <a:round/>
                      <a:headEnd type="none" w="sm" len="sm"/>
                      <a:tailEnd type="none" w="sm" len="sm"/>
                    </a:lnR>
                    <a:lnT w="9525" cap="flat" cmpd="sng">
                      <a:solidFill>
                        <a:srgbClr val="CCCCCC"/>
                      </a:solidFill>
                      <a:prstDash val="solid"/>
                      <a:round/>
                      <a:headEnd type="none" w="sm" len="sm"/>
                      <a:tailEnd type="none" w="sm" len="sm"/>
                    </a:lnT>
                    <a:lnB w="9525" cap="flat" cmpd="sng">
                      <a:solidFill>
                        <a:srgbClr val="CCCCCC"/>
                      </a:solidFill>
                      <a:prstDash val="solid"/>
                      <a:round/>
                      <a:headEnd type="none" w="sm" len="sm"/>
                      <a:tailEnd type="none" w="sm" len="sm"/>
                    </a:lnB>
                  </a:tcPr>
                </a:tc>
                <a:tc>
                  <a:txBody>
                    <a:bodyPr/>
                    <a:lstStyle/>
                    <a:p>
                      <a:pPr marL="0" lvl="0" indent="0" algn="l" rtl="0">
                        <a:spcBef>
                          <a:spcPts val="0"/>
                        </a:spcBef>
                        <a:spcAft>
                          <a:spcPts val="0"/>
                        </a:spcAft>
                        <a:buNone/>
                      </a:pPr>
                      <a:endParaRPr/>
                    </a:p>
                  </a:txBody>
                  <a:tcPr marL="28575" marR="28575" marT="19050" marB="19050" anchor="b">
                    <a:lnL w="9525" cap="flat" cmpd="sng">
                      <a:solidFill>
                        <a:srgbClr val="CCCCCC"/>
                      </a:solidFill>
                      <a:prstDash val="solid"/>
                      <a:round/>
                      <a:headEnd type="none" w="sm" len="sm"/>
                      <a:tailEnd type="none" w="sm" len="sm"/>
                    </a:lnL>
                    <a:lnR w="9525" cap="flat" cmpd="sng">
                      <a:solidFill>
                        <a:srgbClr val="CCCCCC"/>
                      </a:solidFill>
                      <a:prstDash val="solid"/>
                      <a:round/>
                      <a:headEnd type="none" w="sm" len="sm"/>
                      <a:tailEnd type="none" w="sm" len="sm"/>
                    </a:lnR>
                    <a:lnT w="9525" cap="flat" cmpd="sng">
                      <a:solidFill>
                        <a:srgbClr val="CCCCCC"/>
                      </a:solidFill>
                      <a:prstDash val="solid"/>
                      <a:round/>
                      <a:headEnd type="none" w="sm" len="sm"/>
                      <a:tailEnd type="none" w="sm" len="sm"/>
                    </a:lnT>
                    <a:lnB w="9525" cap="flat" cmpd="sng">
                      <a:solidFill>
                        <a:srgbClr val="CCCCCC"/>
                      </a:solidFill>
                      <a:prstDash val="solid"/>
                      <a:round/>
                      <a:headEnd type="none" w="sm" len="sm"/>
                      <a:tailEnd type="none" w="sm" len="sm"/>
                    </a:lnB>
                  </a:tcPr>
                </a:tc>
                <a:tc>
                  <a:txBody>
                    <a:bodyPr/>
                    <a:lstStyle/>
                    <a:p>
                      <a:pPr marL="0" lvl="0" indent="0" algn="l" rtl="0">
                        <a:spcBef>
                          <a:spcPts val="0"/>
                        </a:spcBef>
                        <a:spcAft>
                          <a:spcPts val="0"/>
                        </a:spcAft>
                        <a:buNone/>
                      </a:pPr>
                      <a:endParaRPr dirty="0"/>
                    </a:p>
                  </a:txBody>
                  <a:tcPr marL="28575" marR="28575" marT="19050" marB="19050" anchor="b">
                    <a:lnL w="9525" cap="flat" cmpd="sng">
                      <a:solidFill>
                        <a:srgbClr val="CCCCCC"/>
                      </a:solidFill>
                      <a:prstDash val="solid"/>
                      <a:round/>
                      <a:headEnd type="none" w="sm" len="sm"/>
                      <a:tailEnd type="none" w="sm" len="sm"/>
                    </a:lnL>
                    <a:lnR w="9525" cap="flat" cmpd="sng">
                      <a:solidFill>
                        <a:srgbClr val="CCCCCC"/>
                      </a:solidFill>
                      <a:prstDash val="solid"/>
                      <a:round/>
                      <a:headEnd type="none" w="sm" len="sm"/>
                      <a:tailEnd type="none" w="sm" len="sm"/>
                    </a:lnR>
                    <a:lnT w="9525" cap="flat" cmpd="sng">
                      <a:solidFill>
                        <a:srgbClr val="CCCCCC"/>
                      </a:solidFill>
                      <a:prstDash val="solid"/>
                      <a:round/>
                      <a:headEnd type="none" w="sm" len="sm"/>
                      <a:tailEnd type="none" w="sm" len="sm"/>
                    </a:lnT>
                    <a:lnB w="9525" cap="flat" cmpd="sng">
                      <a:solidFill>
                        <a:srgbClr val="CCCCCC"/>
                      </a:solidFill>
                      <a:prstDash val="solid"/>
                      <a:round/>
                      <a:headEnd type="none" w="sm" len="sm"/>
                      <a:tailEnd type="none" w="sm" len="sm"/>
                    </a:lnB>
                  </a:tcPr>
                </a:tc>
                <a:tc>
                  <a:txBody>
                    <a:bodyPr/>
                    <a:lstStyle/>
                    <a:p>
                      <a:pPr marL="0" lvl="0" indent="0" algn="l" rtl="0">
                        <a:lnSpc>
                          <a:spcPct val="115000"/>
                        </a:lnSpc>
                        <a:spcBef>
                          <a:spcPts val="0"/>
                        </a:spcBef>
                        <a:spcAft>
                          <a:spcPts val="0"/>
                        </a:spcAft>
                        <a:buNone/>
                      </a:pPr>
                      <a:r>
                        <a:rPr lang="en" sz="1000" dirty="0"/>
                        <a:t>IF</a:t>
                      </a:r>
                      <a:endParaRPr sz="1000" dirty="0"/>
                    </a:p>
                  </a:txBody>
                  <a:tcPr marL="28575" marR="28575" marT="19050" marB="19050" anchor="b">
                    <a:lnL w="9525" cap="flat" cmpd="sng">
                      <a:solidFill>
                        <a:srgbClr val="CCCCCC"/>
                      </a:solidFill>
                      <a:prstDash val="solid"/>
                      <a:round/>
                      <a:headEnd type="none" w="sm" len="sm"/>
                      <a:tailEnd type="none" w="sm" len="sm"/>
                    </a:lnL>
                    <a:lnR w="9525" cap="flat" cmpd="sng">
                      <a:solidFill>
                        <a:srgbClr val="CCCCCC"/>
                      </a:solidFill>
                      <a:prstDash val="solid"/>
                      <a:round/>
                      <a:headEnd type="none" w="sm" len="sm"/>
                      <a:tailEnd type="none" w="sm" len="sm"/>
                    </a:lnR>
                    <a:lnT w="9525" cap="flat" cmpd="sng">
                      <a:solidFill>
                        <a:srgbClr val="CCCCCC"/>
                      </a:solidFill>
                      <a:prstDash val="solid"/>
                      <a:round/>
                      <a:headEnd type="none" w="sm" len="sm"/>
                      <a:tailEnd type="none" w="sm" len="sm"/>
                    </a:lnT>
                    <a:lnB w="9525" cap="flat" cmpd="sng">
                      <a:solidFill>
                        <a:srgbClr val="CCCCCC"/>
                      </a:solidFill>
                      <a:prstDash val="solid"/>
                      <a:round/>
                      <a:headEnd type="none" w="sm" len="sm"/>
                      <a:tailEnd type="none" w="sm" len="sm"/>
                    </a:lnB>
                  </a:tcPr>
                </a:tc>
                <a:tc>
                  <a:txBody>
                    <a:bodyPr/>
                    <a:lstStyle/>
                    <a:p>
                      <a:pPr marL="0" lvl="0" indent="0" algn="l" rtl="0">
                        <a:lnSpc>
                          <a:spcPct val="115000"/>
                        </a:lnSpc>
                        <a:spcBef>
                          <a:spcPts val="0"/>
                        </a:spcBef>
                        <a:spcAft>
                          <a:spcPts val="0"/>
                        </a:spcAft>
                        <a:buNone/>
                      </a:pPr>
                      <a:r>
                        <a:rPr lang="en" sz="1000"/>
                        <a:t>ID</a:t>
                      </a:r>
                      <a:endParaRPr sz="1000"/>
                    </a:p>
                  </a:txBody>
                  <a:tcPr marL="28575" marR="28575" marT="19050" marB="19050" anchor="b">
                    <a:lnL w="9525" cap="flat" cmpd="sng">
                      <a:solidFill>
                        <a:srgbClr val="CCCCCC"/>
                      </a:solidFill>
                      <a:prstDash val="solid"/>
                      <a:round/>
                      <a:headEnd type="none" w="sm" len="sm"/>
                      <a:tailEnd type="none" w="sm" len="sm"/>
                    </a:lnL>
                    <a:lnR w="9525" cap="flat" cmpd="sng">
                      <a:solidFill>
                        <a:srgbClr val="CCCCCC"/>
                      </a:solidFill>
                      <a:prstDash val="solid"/>
                      <a:round/>
                      <a:headEnd type="none" w="sm" len="sm"/>
                      <a:tailEnd type="none" w="sm" len="sm"/>
                    </a:lnR>
                    <a:lnT w="9525" cap="flat" cmpd="sng">
                      <a:solidFill>
                        <a:srgbClr val="CCCCCC"/>
                      </a:solidFill>
                      <a:prstDash val="solid"/>
                      <a:round/>
                      <a:headEnd type="none" w="sm" len="sm"/>
                      <a:tailEnd type="none" w="sm" len="sm"/>
                    </a:lnT>
                    <a:lnB w="9525" cap="flat" cmpd="sng">
                      <a:solidFill>
                        <a:srgbClr val="CCCCCC"/>
                      </a:solidFill>
                      <a:prstDash val="solid"/>
                      <a:round/>
                      <a:headEnd type="none" w="sm" len="sm"/>
                      <a:tailEnd type="none" w="sm" len="sm"/>
                    </a:lnB>
                  </a:tcPr>
                </a:tc>
                <a:tc>
                  <a:txBody>
                    <a:bodyPr/>
                    <a:lstStyle/>
                    <a:p>
                      <a:pPr marL="0" lvl="0" indent="0" algn="l" rtl="0">
                        <a:lnSpc>
                          <a:spcPct val="115000"/>
                        </a:lnSpc>
                        <a:spcBef>
                          <a:spcPts val="0"/>
                        </a:spcBef>
                        <a:spcAft>
                          <a:spcPts val="0"/>
                        </a:spcAft>
                        <a:buNone/>
                      </a:pPr>
                      <a:r>
                        <a:rPr lang="en" sz="1000"/>
                        <a:t>EX</a:t>
                      </a:r>
                      <a:endParaRPr sz="1000"/>
                    </a:p>
                  </a:txBody>
                  <a:tcPr marL="28575" marR="28575" marT="19050" marB="19050" anchor="b">
                    <a:lnL w="9525" cap="flat" cmpd="sng">
                      <a:solidFill>
                        <a:srgbClr val="CCCCCC"/>
                      </a:solidFill>
                      <a:prstDash val="solid"/>
                      <a:round/>
                      <a:headEnd type="none" w="sm" len="sm"/>
                      <a:tailEnd type="none" w="sm" len="sm"/>
                    </a:lnL>
                    <a:lnR w="9525" cap="flat" cmpd="sng">
                      <a:solidFill>
                        <a:srgbClr val="CCCCCC"/>
                      </a:solidFill>
                      <a:prstDash val="solid"/>
                      <a:round/>
                      <a:headEnd type="none" w="sm" len="sm"/>
                      <a:tailEnd type="none" w="sm" len="sm"/>
                    </a:lnR>
                    <a:lnT w="9525" cap="flat" cmpd="sng">
                      <a:solidFill>
                        <a:srgbClr val="CCCCCC"/>
                      </a:solidFill>
                      <a:prstDash val="solid"/>
                      <a:round/>
                      <a:headEnd type="none" w="sm" len="sm"/>
                      <a:tailEnd type="none" w="sm" len="sm"/>
                    </a:lnT>
                    <a:lnB w="9525" cap="flat" cmpd="sng">
                      <a:solidFill>
                        <a:srgbClr val="CCCCCC"/>
                      </a:solidFill>
                      <a:prstDash val="solid"/>
                      <a:round/>
                      <a:headEnd type="none" w="sm" len="sm"/>
                      <a:tailEnd type="none" w="sm" len="sm"/>
                    </a:lnB>
                  </a:tcPr>
                </a:tc>
                <a:tc>
                  <a:txBody>
                    <a:bodyPr/>
                    <a:lstStyle/>
                    <a:p>
                      <a:pPr marL="0" lvl="0" indent="0" algn="l" rtl="0">
                        <a:lnSpc>
                          <a:spcPct val="115000"/>
                        </a:lnSpc>
                        <a:spcBef>
                          <a:spcPts val="0"/>
                        </a:spcBef>
                        <a:spcAft>
                          <a:spcPts val="0"/>
                        </a:spcAft>
                        <a:buNone/>
                      </a:pPr>
                      <a:r>
                        <a:rPr lang="en" sz="1000"/>
                        <a:t>ME</a:t>
                      </a:r>
                      <a:endParaRPr sz="1000"/>
                    </a:p>
                  </a:txBody>
                  <a:tcPr marL="28575" marR="28575" marT="19050" marB="19050" anchor="b">
                    <a:lnL w="9525" cap="flat" cmpd="sng">
                      <a:solidFill>
                        <a:srgbClr val="CCCCCC"/>
                      </a:solidFill>
                      <a:prstDash val="solid"/>
                      <a:round/>
                      <a:headEnd type="none" w="sm" len="sm"/>
                      <a:tailEnd type="none" w="sm" len="sm"/>
                    </a:lnL>
                    <a:lnR w="9525" cap="flat" cmpd="sng">
                      <a:solidFill>
                        <a:srgbClr val="CCCCCC"/>
                      </a:solidFill>
                      <a:prstDash val="solid"/>
                      <a:round/>
                      <a:headEnd type="none" w="sm" len="sm"/>
                      <a:tailEnd type="none" w="sm" len="sm"/>
                    </a:lnR>
                    <a:lnT w="9525" cap="flat" cmpd="sng">
                      <a:solidFill>
                        <a:srgbClr val="CCCCCC"/>
                      </a:solidFill>
                      <a:prstDash val="solid"/>
                      <a:round/>
                      <a:headEnd type="none" w="sm" len="sm"/>
                      <a:tailEnd type="none" w="sm" len="sm"/>
                    </a:lnT>
                    <a:lnB w="9525" cap="flat" cmpd="sng">
                      <a:solidFill>
                        <a:srgbClr val="CCCCCC"/>
                      </a:solidFill>
                      <a:prstDash val="solid"/>
                      <a:round/>
                      <a:headEnd type="none" w="sm" len="sm"/>
                      <a:tailEnd type="none" w="sm" len="sm"/>
                    </a:lnB>
                  </a:tcPr>
                </a:tc>
                <a:tc>
                  <a:txBody>
                    <a:bodyPr/>
                    <a:lstStyle/>
                    <a:p>
                      <a:pPr marL="0" lvl="0" indent="0" algn="l" rtl="0">
                        <a:lnSpc>
                          <a:spcPct val="115000"/>
                        </a:lnSpc>
                        <a:spcBef>
                          <a:spcPts val="0"/>
                        </a:spcBef>
                        <a:spcAft>
                          <a:spcPts val="0"/>
                        </a:spcAft>
                        <a:buNone/>
                      </a:pPr>
                      <a:r>
                        <a:rPr lang="en" sz="1000" dirty="0"/>
                        <a:t>WB</a:t>
                      </a:r>
                      <a:endParaRPr sz="1000" dirty="0"/>
                    </a:p>
                  </a:txBody>
                  <a:tcPr marL="28575" marR="28575" marT="19050" marB="19050" anchor="b">
                    <a:lnL w="9525" cap="flat" cmpd="sng">
                      <a:solidFill>
                        <a:srgbClr val="CCCCCC"/>
                      </a:solidFill>
                      <a:prstDash val="solid"/>
                      <a:round/>
                      <a:headEnd type="none" w="sm" len="sm"/>
                      <a:tailEnd type="none" w="sm" len="sm"/>
                    </a:lnL>
                    <a:lnR w="9525" cap="flat" cmpd="sng">
                      <a:solidFill>
                        <a:srgbClr val="CCCCCC"/>
                      </a:solidFill>
                      <a:prstDash val="solid"/>
                      <a:round/>
                      <a:headEnd type="none" w="sm" len="sm"/>
                      <a:tailEnd type="none" w="sm" len="sm"/>
                    </a:lnR>
                    <a:lnT w="9525" cap="flat" cmpd="sng">
                      <a:solidFill>
                        <a:srgbClr val="CCCCCC"/>
                      </a:solidFill>
                      <a:prstDash val="solid"/>
                      <a:round/>
                      <a:headEnd type="none" w="sm" len="sm"/>
                      <a:tailEnd type="none" w="sm" len="sm"/>
                    </a:lnT>
                    <a:lnB w="9525" cap="flat" cmpd="sng">
                      <a:solidFill>
                        <a:srgbClr val="CCCCCC"/>
                      </a:solidFill>
                      <a:prstDash val="solid"/>
                      <a:round/>
                      <a:headEnd type="none" w="sm" len="sm"/>
                      <a:tailEnd type="none" w="sm" len="sm"/>
                    </a:lnB>
                  </a:tcPr>
                </a:tc>
                <a:tc>
                  <a:txBody>
                    <a:bodyPr/>
                    <a:lstStyle/>
                    <a:p>
                      <a:pPr marL="0" lvl="0" indent="0" algn="l" rtl="0">
                        <a:spcBef>
                          <a:spcPts val="0"/>
                        </a:spcBef>
                        <a:spcAft>
                          <a:spcPts val="0"/>
                        </a:spcAft>
                        <a:buNone/>
                      </a:pPr>
                      <a:endParaRPr/>
                    </a:p>
                  </a:txBody>
                  <a:tcPr marL="28575" marR="28575" marT="19050" marB="19050" anchor="b">
                    <a:lnL w="9525" cap="flat" cmpd="sng">
                      <a:solidFill>
                        <a:srgbClr val="CCCCCC"/>
                      </a:solidFill>
                      <a:prstDash val="solid"/>
                      <a:round/>
                      <a:headEnd type="none" w="sm" len="sm"/>
                      <a:tailEnd type="none" w="sm" len="sm"/>
                    </a:lnL>
                    <a:lnR w="9525" cap="flat" cmpd="sng">
                      <a:solidFill>
                        <a:srgbClr val="CCCCCC"/>
                      </a:solidFill>
                      <a:prstDash val="solid"/>
                      <a:round/>
                      <a:headEnd type="none" w="sm" len="sm"/>
                      <a:tailEnd type="none" w="sm" len="sm"/>
                    </a:lnR>
                    <a:lnT w="9525" cap="flat" cmpd="sng">
                      <a:solidFill>
                        <a:srgbClr val="CCCCCC"/>
                      </a:solidFill>
                      <a:prstDash val="solid"/>
                      <a:round/>
                      <a:headEnd type="none" w="sm" len="sm"/>
                      <a:tailEnd type="none" w="sm" len="sm"/>
                    </a:lnT>
                    <a:lnB w="9525" cap="flat" cmpd="sng">
                      <a:solidFill>
                        <a:srgbClr val="CCCCCC"/>
                      </a:solidFill>
                      <a:prstDash val="solid"/>
                      <a:round/>
                      <a:headEnd type="none" w="sm" len="sm"/>
                      <a:tailEnd type="none" w="sm" len="sm"/>
                    </a:lnB>
                  </a:tcPr>
                </a:tc>
                <a:tc>
                  <a:txBody>
                    <a:bodyPr/>
                    <a:lstStyle/>
                    <a:p>
                      <a:pPr marL="0" lvl="0" indent="0" algn="l" rtl="0">
                        <a:spcBef>
                          <a:spcPts val="0"/>
                        </a:spcBef>
                        <a:spcAft>
                          <a:spcPts val="0"/>
                        </a:spcAft>
                        <a:buNone/>
                      </a:pPr>
                      <a:endParaRPr/>
                    </a:p>
                  </a:txBody>
                  <a:tcPr marL="28575" marR="28575" marT="19050" marB="19050" anchor="b">
                    <a:lnL w="9525" cap="flat" cmpd="sng">
                      <a:solidFill>
                        <a:srgbClr val="CCCCCC"/>
                      </a:solidFill>
                      <a:prstDash val="solid"/>
                      <a:round/>
                      <a:headEnd type="none" w="sm" len="sm"/>
                      <a:tailEnd type="none" w="sm" len="sm"/>
                    </a:lnL>
                    <a:lnR w="9525" cap="flat" cmpd="sng">
                      <a:solidFill>
                        <a:srgbClr val="CCCCCC"/>
                      </a:solidFill>
                      <a:prstDash val="solid"/>
                      <a:round/>
                      <a:headEnd type="none" w="sm" len="sm"/>
                      <a:tailEnd type="none" w="sm" len="sm"/>
                    </a:lnR>
                    <a:lnT w="9525" cap="flat" cmpd="sng">
                      <a:solidFill>
                        <a:srgbClr val="CCCCCC"/>
                      </a:solidFill>
                      <a:prstDash val="solid"/>
                      <a:round/>
                      <a:headEnd type="none" w="sm" len="sm"/>
                      <a:tailEnd type="none" w="sm" len="sm"/>
                    </a:lnT>
                    <a:lnB w="9525" cap="flat" cmpd="sng">
                      <a:solidFill>
                        <a:srgbClr val="CCCCCC"/>
                      </a:solidFill>
                      <a:prstDash val="solid"/>
                      <a:round/>
                      <a:headEnd type="none" w="sm" len="sm"/>
                      <a:tailEnd type="none" w="sm" len="sm"/>
                    </a:lnB>
                  </a:tcPr>
                </a:tc>
                <a:extLst>
                  <a:ext uri="{0D108BD9-81ED-4DB2-BD59-A6C34878D82A}">
                    <a16:rowId xmlns:a16="http://schemas.microsoft.com/office/drawing/2014/main" val="10003"/>
                  </a:ext>
                </a:extLst>
              </a:tr>
              <a:tr h="439325">
                <a:tc>
                  <a:txBody>
                    <a:bodyPr/>
                    <a:lstStyle/>
                    <a:p>
                      <a:pPr marL="0" lvl="0" indent="0" algn="l" rtl="0">
                        <a:lnSpc>
                          <a:spcPct val="115000"/>
                        </a:lnSpc>
                        <a:spcBef>
                          <a:spcPts val="0"/>
                        </a:spcBef>
                        <a:spcAft>
                          <a:spcPts val="0"/>
                        </a:spcAft>
                        <a:buNone/>
                      </a:pPr>
                      <a:r>
                        <a:rPr lang="en" sz="1000"/>
                        <a:t>4. ADD.D</a:t>
                      </a:r>
                      <a:endParaRPr sz="1000"/>
                    </a:p>
                  </a:txBody>
                  <a:tcPr marL="28575" marR="28575" marT="19050" marB="19050" anchor="b">
                    <a:lnL w="9525" cap="flat" cmpd="sng">
                      <a:solidFill>
                        <a:srgbClr val="CCCCCC"/>
                      </a:solidFill>
                      <a:prstDash val="solid"/>
                      <a:round/>
                      <a:headEnd type="none" w="sm" len="sm"/>
                      <a:tailEnd type="none" w="sm" len="sm"/>
                    </a:lnL>
                    <a:lnR w="9525" cap="flat" cmpd="sng">
                      <a:solidFill>
                        <a:srgbClr val="CCCCCC"/>
                      </a:solidFill>
                      <a:prstDash val="solid"/>
                      <a:round/>
                      <a:headEnd type="none" w="sm" len="sm"/>
                      <a:tailEnd type="none" w="sm" len="sm"/>
                    </a:lnR>
                    <a:lnT w="9525" cap="flat" cmpd="sng">
                      <a:solidFill>
                        <a:srgbClr val="CCCCCC"/>
                      </a:solidFill>
                      <a:prstDash val="solid"/>
                      <a:round/>
                      <a:headEnd type="none" w="sm" len="sm"/>
                      <a:tailEnd type="none" w="sm" len="sm"/>
                    </a:lnT>
                    <a:lnB w="9525" cap="flat" cmpd="sng">
                      <a:solidFill>
                        <a:srgbClr val="CCCCCC"/>
                      </a:solidFill>
                      <a:prstDash val="solid"/>
                      <a:round/>
                      <a:headEnd type="none" w="sm" len="sm"/>
                      <a:tailEnd type="none" w="sm" len="sm"/>
                    </a:lnB>
                  </a:tcPr>
                </a:tc>
                <a:tc>
                  <a:txBody>
                    <a:bodyPr/>
                    <a:lstStyle/>
                    <a:p>
                      <a:pPr marL="0" lvl="0" indent="0" algn="l" rtl="0">
                        <a:spcBef>
                          <a:spcPts val="0"/>
                        </a:spcBef>
                        <a:spcAft>
                          <a:spcPts val="0"/>
                        </a:spcAft>
                        <a:buNone/>
                      </a:pPr>
                      <a:endParaRPr/>
                    </a:p>
                  </a:txBody>
                  <a:tcPr marL="28575" marR="28575" marT="19050" marB="19050" anchor="b">
                    <a:lnL w="9525" cap="flat" cmpd="sng">
                      <a:solidFill>
                        <a:srgbClr val="CCCCCC"/>
                      </a:solidFill>
                      <a:prstDash val="solid"/>
                      <a:round/>
                      <a:headEnd type="none" w="sm" len="sm"/>
                      <a:tailEnd type="none" w="sm" len="sm"/>
                    </a:lnL>
                    <a:lnR w="9525" cap="flat" cmpd="sng">
                      <a:solidFill>
                        <a:srgbClr val="CCCCCC"/>
                      </a:solidFill>
                      <a:prstDash val="solid"/>
                      <a:round/>
                      <a:headEnd type="none" w="sm" len="sm"/>
                      <a:tailEnd type="none" w="sm" len="sm"/>
                    </a:lnR>
                    <a:lnT w="9525" cap="flat" cmpd="sng">
                      <a:solidFill>
                        <a:srgbClr val="CCCCCC"/>
                      </a:solidFill>
                      <a:prstDash val="solid"/>
                      <a:round/>
                      <a:headEnd type="none" w="sm" len="sm"/>
                      <a:tailEnd type="none" w="sm" len="sm"/>
                    </a:lnT>
                    <a:lnB w="9525" cap="flat" cmpd="sng">
                      <a:solidFill>
                        <a:srgbClr val="CCCCCC"/>
                      </a:solidFill>
                      <a:prstDash val="solid"/>
                      <a:round/>
                      <a:headEnd type="none" w="sm" len="sm"/>
                      <a:tailEnd type="none" w="sm" len="sm"/>
                    </a:lnB>
                  </a:tcPr>
                </a:tc>
                <a:tc>
                  <a:txBody>
                    <a:bodyPr/>
                    <a:lstStyle/>
                    <a:p>
                      <a:pPr marL="0" lvl="0" indent="0" algn="l" rtl="0">
                        <a:spcBef>
                          <a:spcPts val="0"/>
                        </a:spcBef>
                        <a:spcAft>
                          <a:spcPts val="0"/>
                        </a:spcAft>
                        <a:buNone/>
                      </a:pPr>
                      <a:endParaRPr/>
                    </a:p>
                  </a:txBody>
                  <a:tcPr marL="28575" marR="28575" marT="19050" marB="19050" anchor="b">
                    <a:lnL w="9525" cap="flat" cmpd="sng">
                      <a:solidFill>
                        <a:srgbClr val="CCCCCC"/>
                      </a:solidFill>
                      <a:prstDash val="solid"/>
                      <a:round/>
                      <a:headEnd type="none" w="sm" len="sm"/>
                      <a:tailEnd type="none" w="sm" len="sm"/>
                    </a:lnL>
                    <a:lnR w="9525" cap="flat" cmpd="sng">
                      <a:solidFill>
                        <a:srgbClr val="CCCCCC"/>
                      </a:solidFill>
                      <a:prstDash val="solid"/>
                      <a:round/>
                      <a:headEnd type="none" w="sm" len="sm"/>
                      <a:tailEnd type="none" w="sm" len="sm"/>
                    </a:lnR>
                    <a:lnT w="9525" cap="flat" cmpd="sng">
                      <a:solidFill>
                        <a:srgbClr val="CCCCCC"/>
                      </a:solidFill>
                      <a:prstDash val="solid"/>
                      <a:round/>
                      <a:headEnd type="none" w="sm" len="sm"/>
                      <a:tailEnd type="none" w="sm" len="sm"/>
                    </a:lnT>
                    <a:lnB w="9525" cap="flat" cmpd="sng">
                      <a:solidFill>
                        <a:srgbClr val="CCCCCC"/>
                      </a:solidFill>
                      <a:prstDash val="solid"/>
                      <a:round/>
                      <a:headEnd type="none" w="sm" len="sm"/>
                      <a:tailEnd type="none" w="sm" len="sm"/>
                    </a:lnB>
                  </a:tcPr>
                </a:tc>
                <a:tc>
                  <a:txBody>
                    <a:bodyPr/>
                    <a:lstStyle/>
                    <a:p>
                      <a:pPr marL="0" lvl="0" indent="0" algn="l" rtl="0">
                        <a:spcBef>
                          <a:spcPts val="0"/>
                        </a:spcBef>
                        <a:spcAft>
                          <a:spcPts val="0"/>
                        </a:spcAft>
                        <a:buNone/>
                      </a:pPr>
                      <a:endParaRPr/>
                    </a:p>
                  </a:txBody>
                  <a:tcPr marL="28575" marR="28575" marT="19050" marB="19050" anchor="b">
                    <a:lnL w="9525" cap="flat" cmpd="sng">
                      <a:solidFill>
                        <a:srgbClr val="CCCCCC"/>
                      </a:solidFill>
                      <a:prstDash val="solid"/>
                      <a:round/>
                      <a:headEnd type="none" w="sm" len="sm"/>
                      <a:tailEnd type="none" w="sm" len="sm"/>
                    </a:lnL>
                    <a:lnR w="9525" cap="flat" cmpd="sng">
                      <a:solidFill>
                        <a:srgbClr val="CCCCCC"/>
                      </a:solidFill>
                      <a:prstDash val="solid"/>
                      <a:round/>
                      <a:headEnd type="none" w="sm" len="sm"/>
                      <a:tailEnd type="none" w="sm" len="sm"/>
                    </a:lnR>
                    <a:lnT w="9525" cap="flat" cmpd="sng">
                      <a:solidFill>
                        <a:srgbClr val="CCCCCC"/>
                      </a:solidFill>
                      <a:prstDash val="solid"/>
                      <a:round/>
                      <a:headEnd type="none" w="sm" len="sm"/>
                      <a:tailEnd type="none" w="sm" len="sm"/>
                    </a:lnT>
                    <a:lnB w="9525" cap="flat" cmpd="sng">
                      <a:solidFill>
                        <a:srgbClr val="CCCCCC"/>
                      </a:solidFill>
                      <a:prstDash val="solid"/>
                      <a:round/>
                      <a:headEnd type="none" w="sm" len="sm"/>
                      <a:tailEnd type="none" w="sm" len="sm"/>
                    </a:lnB>
                  </a:tcPr>
                </a:tc>
                <a:tc>
                  <a:txBody>
                    <a:bodyPr/>
                    <a:lstStyle/>
                    <a:p>
                      <a:pPr marL="0" lvl="0" indent="0" algn="l" rtl="0">
                        <a:spcBef>
                          <a:spcPts val="0"/>
                        </a:spcBef>
                        <a:spcAft>
                          <a:spcPts val="0"/>
                        </a:spcAft>
                        <a:buNone/>
                      </a:pPr>
                      <a:endParaRPr/>
                    </a:p>
                  </a:txBody>
                  <a:tcPr marL="28575" marR="28575" marT="19050" marB="19050" anchor="b">
                    <a:lnL w="9525" cap="flat" cmpd="sng">
                      <a:solidFill>
                        <a:srgbClr val="CCCCCC"/>
                      </a:solidFill>
                      <a:prstDash val="solid"/>
                      <a:round/>
                      <a:headEnd type="none" w="sm" len="sm"/>
                      <a:tailEnd type="none" w="sm" len="sm"/>
                    </a:lnL>
                    <a:lnR w="9525" cap="flat" cmpd="sng">
                      <a:solidFill>
                        <a:srgbClr val="CCCCCC"/>
                      </a:solidFill>
                      <a:prstDash val="solid"/>
                      <a:round/>
                      <a:headEnd type="none" w="sm" len="sm"/>
                      <a:tailEnd type="none" w="sm" len="sm"/>
                    </a:lnR>
                    <a:lnT w="9525" cap="flat" cmpd="sng">
                      <a:solidFill>
                        <a:srgbClr val="CCCCCC"/>
                      </a:solidFill>
                      <a:prstDash val="solid"/>
                      <a:round/>
                      <a:headEnd type="none" w="sm" len="sm"/>
                      <a:tailEnd type="none" w="sm" len="sm"/>
                    </a:lnT>
                    <a:lnB w="9525" cap="flat" cmpd="sng">
                      <a:solidFill>
                        <a:srgbClr val="CCCCCC"/>
                      </a:solidFill>
                      <a:prstDash val="solid"/>
                      <a:round/>
                      <a:headEnd type="none" w="sm" len="sm"/>
                      <a:tailEnd type="none" w="sm" len="sm"/>
                    </a:lnB>
                  </a:tcPr>
                </a:tc>
                <a:tc>
                  <a:txBody>
                    <a:bodyPr/>
                    <a:lstStyle/>
                    <a:p>
                      <a:pPr marL="0" lvl="0" indent="0" algn="l" rtl="0">
                        <a:lnSpc>
                          <a:spcPct val="115000"/>
                        </a:lnSpc>
                        <a:spcBef>
                          <a:spcPts val="0"/>
                        </a:spcBef>
                        <a:spcAft>
                          <a:spcPts val="0"/>
                        </a:spcAft>
                        <a:buNone/>
                      </a:pPr>
                      <a:r>
                        <a:rPr lang="en" sz="1000"/>
                        <a:t>IF</a:t>
                      </a:r>
                      <a:endParaRPr sz="1000"/>
                    </a:p>
                  </a:txBody>
                  <a:tcPr marL="28575" marR="28575" marT="19050" marB="19050" anchor="b">
                    <a:lnL w="9525" cap="flat" cmpd="sng">
                      <a:solidFill>
                        <a:srgbClr val="CCCCCC"/>
                      </a:solidFill>
                      <a:prstDash val="solid"/>
                      <a:round/>
                      <a:headEnd type="none" w="sm" len="sm"/>
                      <a:tailEnd type="none" w="sm" len="sm"/>
                    </a:lnL>
                    <a:lnR w="9525" cap="flat" cmpd="sng">
                      <a:solidFill>
                        <a:srgbClr val="CCCCCC"/>
                      </a:solidFill>
                      <a:prstDash val="solid"/>
                      <a:round/>
                      <a:headEnd type="none" w="sm" len="sm"/>
                      <a:tailEnd type="none" w="sm" len="sm"/>
                    </a:lnR>
                    <a:lnT w="9525" cap="flat" cmpd="sng">
                      <a:solidFill>
                        <a:srgbClr val="CCCCCC"/>
                      </a:solidFill>
                      <a:prstDash val="solid"/>
                      <a:round/>
                      <a:headEnd type="none" w="sm" len="sm"/>
                      <a:tailEnd type="none" w="sm" len="sm"/>
                    </a:lnT>
                    <a:lnB w="9525" cap="flat" cmpd="sng">
                      <a:solidFill>
                        <a:srgbClr val="CCCCCC"/>
                      </a:solidFill>
                      <a:prstDash val="solid"/>
                      <a:round/>
                      <a:headEnd type="none" w="sm" len="sm"/>
                      <a:tailEnd type="none" w="sm" len="sm"/>
                    </a:lnB>
                  </a:tcPr>
                </a:tc>
                <a:tc>
                  <a:txBody>
                    <a:bodyPr/>
                    <a:lstStyle/>
                    <a:p>
                      <a:pPr marL="0" lvl="0" indent="0" algn="l" rtl="0">
                        <a:lnSpc>
                          <a:spcPct val="115000"/>
                        </a:lnSpc>
                        <a:spcBef>
                          <a:spcPts val="0"/>
                        </a:spcBef>
                        <a:spcAft>
                          <a:spcPts val="0"/>
                        </a:spcAft>
                        <a:buNone/>
                      </a:pPr>
                      <a:r>
                        <a:rPr lang="en" sz="1000" dirty="0"/>
                        <a:t>*</a:t>
                      </a:r>
                      <a:endParaRPr sz="1000" dirty="0"/>
                    </a:p>
                  </a:txBody>
                  <a:tcPr marL="28575" marR="28575" marT="19050" marB="19050" anchor="b">
                    <a:lnL w="9525" cap="flat" cmpd="sng">
                      <a:solidFill>
                        <a:srgbClr val="CCCCCC"/>
                      </a:solidFill>
                      <a:prstDash val="solid"/>
                      <a:round/>
                      <a:headEnd type="none" w="sm" len="sm"/>
                      <a:tailEnd type="none" w="sm" len="sm"/>
                    </a:lnL>
                    <a:lnR w="9525" cap="flat" cmpd="sng">
                      <a:solidFill>
                        <a:srgbClr val="CCCCCC"/>
                      </a:solidFill>
                      <a:prstDash val="solid"/>
                      <a:round/>
                      <a:headEnd type="none" w="sm" len="sm"/>
                      <a:tailEnd type="none" w="sm" len="sm"/>
                    </a:lnR>
                    <a:lnT w="9525" cap="flat" cmpd="sng">
                      <a:solidFill>
                        <a:srgbClr val="CCCCCC"/>
                      </a:solidFill>
                      <a:prstDash val="solid"/>
                      <a:round/>
                      <a:headEnd type="none" w="sm" len="sm"/>
                      <a:tailEnd type="none" w="sm" len="sm"/>
                    </a:lnT>
                    <a:lnB w="9525" cap="flat" cmpd="sng">
                      <a:solidFill>
                        <a:srgbClr val="CCCCCC"/>
                      </a:solidFill>
                      <a:prstDash val="solid"/>
                      <a:round/>
                      <a:headEnd type="none" w="sm" len="sm"/>
                      <a:tailEnd type="none" w="sm" len="sm"/>
                    </a:lnB>
                  </a:tcPr>
                </a:tc>
                <a:tc>
                  <a:txBody>
                    <a:bodyPr/>
                    <a:lstStyle/>
                    <a:p>
                      <a:pPr marL="0" lvl="0" indent="0" algn="l" rtl="0">
                        <a:lnSpc>
                          <a:spcPct val="115000"/>
                        </a:lnSpc>
                        <a:spcBef>
                          <a:spcPts val="0"/>
                        </a:spcBef>
                        <a:spcAft>
                          <a:spcPts val="0"/>
                        </a:spcAft>
                        <a:buNone/>
                      </a:pPr>
                      <a:r>
                        <a:rPr lang="en" sz="1000" dirty="0"/>
                        <a:t>ID</a:t>
                      </a:r>
                      <a:endParaRPr sz="1000" dirty="0"/>
                    </a:p>
                  </a:txBody>
                  <a:tcPr marL="28575" marR="28575" marT="19050" marB="19050" anchor="b">
                    <a:lnL w="9525" cap="flat" cmpd="sng">
                      <a:solidFill>
                        <a:srgbClr val="CCCCCC"/>
                      </a:solidFill>
                      <a:prstDash val="solid"/>
                      <a:round/>
                      <a:headEnd type="none" w="sm" len="sm"/>
                      <a:tailEnd type="none" w="sm" len="sm"/>
                    </a:lnL>
                    <a:lnR w="9525" cap="flat" cmpd="sng">
                      <a:solidFill>
                        <a:srgbClr val="CCCCCC"/>
                      </a:solidFill>
                      <a:prstDash val="solid"/>
                      <a:round/>
                      <a:headEnd type="none" w="sm" len="sm"/>
                      <a:tailEnd type="none" w="sm" len="sm"/>
                    </a:lnR>
                    <a:lnT w="9525" cap="flat" cmpd="sng">
                      <a:solidFill>
                        <a:srgbClr val="CCCCCC"/>
                      </a:solidFill>
                      <a:prstDash val="solid"/>
                      <a:round/>
                      <a:headEnd type="none" w="sm" len="sm"/>
                      <a:tailEnd type="none" w="sm" len="sm"/>
                    </a:lnT>
                    <a:lnB w="9525" cap="flat" cmpd="sng">
                      <a:solidFill>
                        <a:srgbClr val="CCCCCC"/>
                      </a:solidFill>
                      <a:prstDash val="solid"/>
                      <a:round/>
                      <a:headEnd type="none" w="sm" len="sm"/>
                      <a:tailEnd type="none" w="sm" len="sm"/>
                    </a:lnB>
                  </a:tcPr>
                </a:tc>
                <a:tc>
                  <a:txBody>
                    <a:bodyPr/>
                    <a:lstStyle/>
                    <a:p>
                      <a:pPr marL="0" lvl="0" indent="0" algn="l" rtl="0">
                        <a:lnSpc>
                          <a:spcPct val="115000"/>
                        </a:lnSpc>
                        <a:spcBef>
                          <a:spcPts val="0"/>
                        </a:spcBef>
                        <a:spcAft>
                          <a:spcPts val="0"/>
                        </a:spcAft>
                        <a:buNone/>
                      </a:pPr>
                      <a:r>
                        <a:rPr lang="en" sz="1000"/>
                        <a:t>EX</a:t>
                      </a:r>
                      <a:endParaRPr sz="1000"/>
                    </a:p>
                  </a:txBody>
                  <a:tcPr marL="28575" marR="28575" marT="19050" marB="19050" anchor="b">
                    <a:lnL w="9525" cap="flat" cmpd="sng">
                      <a:solidFill>
                        <a:srgbClr val="CCCCCC"/>
                      </a:solidFill>
                      <a:prstDash val="solid"/>
                      <a:round/>
                      <a:headEnd type="none" w="sm" len="sm"/>
                      <a:tailEnd type="none" w="sm" len="sm"/>
                    </a:lnL>
                    <a:lnR w="9525" cap="flat" cmpd="sng">
                      <a:solidFill>
                        <a:srgbClr val="CCCCCC"/>
                      </a:solidFill>
                      <a:prstDash val="solid"/>
                      <a:round/>
                      <a:headEnd type="none" w="sm" len="sm"/>
                      <a:tailEnd type="none" w="sm" len="sm"/>
                    </a:lnR>
                    <a:lnT w="9525" cap="flat" cmpd="sng">
                      <a:solidFill>
                        <a:srgbClr val="CCCCCC"/>
                      </a:solidFill>
                      <a:prstDash val="solid"/>
                      <a:round/>
                      <a:headEnd type="none" w="sm" len="sm"/>
                      <a:tailEnd type="none" w="sm" len="sm"/>
                    </a:lnT>
                    <a:lnB w="9525" cap="flat" cmpd="sng">
                      <a:solidFill>
                        <a:srgbClr val="CCCCCC"/>
                      </a:solidFill>
                      <a:prstDash val="solid"/>
                      <a:round/>
                      <a:headEnd type="none" w="sm" len="sm"/>
                      <a:tailEnd type="none" w="sm" len="sm"/>
                    </a:lnB>
                  </a:tcPr>
                </a:tc>
                <a:tc>
                  <a:txBody>
                    <a:bodyPr/>
                    <a:lstStyle/>
                    <a:p>
                      <a:pPr marL="0" lvl="0" indent="0" algn="l" rtl="0">
                        <a:lnSpc>
                          <a:spcPct val="115000"/>
                        </a:lnSpc>
                        <a:spcBef>
                          <a:spcPts val="0"/>
                        </a:spcBef>
                        <a:spcAft>
                          <a:spcPts val="0"/>
                        </a:spcAft>
                        <a:buNone/>
                      </a:pPr>
                      <a:r>
                        <a:rPr lang="en" sz="1000"/>
                        <a:t>ME</a:t>
                      </a:r>
                      <a:endParaRPr sz="1000"/>
                    </a:p>
                  </a:txBody>
                  <a:tcPr marL="28575" marR="28575" marT="19050" marB="19050" anchor="b">
                    <a:lnL w="9525" cap="flat" cmpd="sng">
                      <a:solidFill>
                        <a:srgbClr val="CCCCCC"/>
                      </a:solidFill>
                      <a:prstDash val="solid"/>
                      <a:round/>
                      <a:headEnd type="none" w="sm" len="sm"/>
                      <a:tailEnd type="none" w="sm" len="sm"/>
                    </a:lnL>
                    <a:lnR w="9525" cap="flat" cmpd="sng">
                      <a:solidFill>
                        <a:srgbClr val="CCCCCC"/>
                      </a:solidFill>
                      <a:prstDash val="solid"/>
                      <a:round/>
                      <a:headEnd type="none" w="sm" len="sm"/>
                      <a:tailEnd type="none" w="sm" len="sm"/>
                    </a:lnR>
                    <a:lnT w="9525" cap="flat" cmpd="sng">
                      <a:solidFill>
                        <a:srgbClr val="CCCCCC"/>
                      </a:solidFill>
                      <a:prstDash val="solid"/>
                      <a:round/>
                      <a:headEnd type="none" w="sm" len="sm"/>
                      <a:tailEnd type="none" w="sm" len="sm"/>
                    </a:lnT>
                    <a:lnB w="9525" cap="flat" cmpd="sng">
                      <a:solidFill>
                        <a:srgbClr val="CCCCCC"/>
                      </a:solidFill>
                      <a:prstDash val="solid"/>
                      <a:round/>
                      <a:headEnd type="none" w="sm" len="sm"/>
                      <a:tailEnd type="none" w="sm" len="sm"/>
                    </a:lnB>
                  </a:tcPr>
                </a:tc>
                <a:tc>
                  <a:txBody>
                    <a:bodyPr/>
                    <a:lstStyle/>
                    <a:p>
                      <a:pPr marL="0" lvl="0" indent="0" algn="l" rtl="0">
                        <a:lnSpc>
                          <a:spcPct val="115000"/>
                        </a:lnSpc>
                        <a:spcBef>
                          <a:spcPts val="0"/>
                        </a:spcBef>
                        <a:spcAft>
                          <a:spcPts val="0"/>
                        </a:spcAft>
                        <a:buNone/>
                      </a:pPr>
                      <a:r>
                        <a:rPr lang="en" sz="1000" dirty="0"/>
                        <a:t>WB</a:t>
                      </a:r>
                      <a:endParaRPr sz="1000" dirty="0"/>
                    </a:p>
                  </a:txBody>
                  <a:tcPr marL="28575" marR="28575" marT="19050" marB="19050" anchor="b">
                    <a:lnL w="9525" cap="flat" cmpd="sng">
                      <a:solidFill>
                        <a:srgbClr val="CCCCCC"/>
                      </a:solidFill>
                      <a:prstDash val="solid"/>
                      <a:round/>
                      <a:headEnd type="none" w="sm" len="sm"/>
                      <a:tailEnd type="none" w="sm" len="sm"/>
                    </a:lnL>
                    <a:lnR w="9525" cap="flat" cmpd="sng">
                      <a:solidFill>
                        <a:srgbClr val="CCCCCC"/>
                      </a:solidFill>
                      <a:prstDash val="solid"/>
                      <a:round/>
                      <a:headEnd type="none" w="sm" len="sm"/>
                      <a:tailEnd type="none" w="sm" len="sm"/>
                    </a:lnR>
                    <a:lnT w="9525" cap="flat" cmpd="sng">
                      <a:solidFill>
                        <a:srgbClr val="CCCCCC"/>
                      </a:solidFill>
                      <a:prstDash val="solid"/>
                      <a:round/>
                      <a:headEnd type="none" w="sm" len="sm"/>
                      <a:tailEnd type="none" w="sm" len="sm"/>
                    </a:lnT>
                    <a:lnB w="9525" cap="flat" cmpd="sng">
                      <a:solidFill>
                        <a:srgbClr val="CCCCCC"/>
                      </a:solidFill>
                      <a:prstDash val="solid"/>
                      <a:round/>
                      <a:headEnd type="none" w="sm" len="sm"/>
                      <a:tailEnd type="none" w="sm" len="sm"/>
                    </a:lnB>
                  </a:tcPr>
                </a:tc>
                <a:extLst>
                  <a:ext uri="{0D108BD9-81ED-4DB2-BD59-A6C34878D82A}">
                    <a16:rowId xmlns:a16="http://schemas.microsoft.com/office/drawing/2014/main" val="10004"/>
                  </a:ext>
                </a:extLst>
              </a:tr>
            </a:tbl>
          </a:graphicData>
        </a:graphic>
      </p:graphicFrame>
      <p:sp>
        <p:nvSpPr>
          <p:cNvPr id="199" name="Google Shape;199;p36"/>
          <p:cNvSpPr txBox="1"/>
          <p:nvPr/>
        </p:nvSpPr>
        <p:spPr>
          <a:xfrm>
            <a:off x="108975" y="217950"/>
            <a:ext cx="6511500" cy="4215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100"/>
              <a:buFont typeface="Arial"/>
              <a:buNone/>
            </a:pPr>
            <a:r>
              <a:rPr lang="en" sz="1800">
                <a:solidFill>
                  <a:srgbClr val="1B1C1D"/>
                </a:solidFill>
              </a:rPr>
              <a:t>Pipeline Execution Diagram With Operand Forwarding</a:t>
            </a:r>
            <a:endParaRPr sz="1800">
              <a:solidFill>
                <a:srgbClr val="1B1C1D"/>
              </a:solidFill>
            </a:endParaRPr>
          </a:p>
        </p:txBody>
      </p:sp>
      <p:sp>
        <p:nvSpPr>
          <p:cNvPr id="200" name="Google Shape;200;p36"/>
          <p:cNvSpPr txBox="1"/>
          <p:nvPr/>
        </p:nvSpPr>
        <p:spPr>
          <a:xfrm>
            <a:off x="218700" y="943550"/>
            <a:ext cx="8706600" cy="4311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600" dirty="0">
                <a:solidFill>
                  <a:schemeClr val="dk2"/>
                </a:solidFill>
              </a:rPr>
              <a:t>Every ADD.D after L.D has a stall, but L.D after ADD do not have a stall.</a:t>
            </a:r>
            <a:endParaRPr sz="1600" dirty="0">
              <a:solidFill>
                <a:schemeClr val="dk2"/>
              </a:solidFill>
            </a:endParaRPr>
          </a:p>
        </p:txBody>
      </p:sp>
      <mc:AlternateContent xmlns:mc="http://schemas.openxmlformats.org/markup-compatibility/2006" xmlns:p14="http://schemas.microsoft.com/office/powerpoint/2010/main">
        <mc:Choice Requires="p14">
          <p:contentPart p14:bwMode="auto" r:id="rId3">
            <p14:nvContentPartPr>
              <p14:cNvPr id="2" name="Ink 1">
                <a:extLst>
                  <a:ext uri="{FF2B5EF4-FFF2-40B4-BE49-F238E27FC236}">
                    <a16:creationId xmlns:a16="http://schemas.microsoft.com/office/drawing/2014/main" id="{03614958-9180-A5DE-2BC9-B82B4EC19AFF}"/>
                  </a:ext>
                </a:extLst>
              </p14:cNvPr>
              <p14:cNvContentPartPr/>
              <p14:nvPr/>
            </p14:nvContentPartPr>
            <p14:xfrm>
              <a:off x="3694545" y="2742820"/>
              <a:ext cx="449280" cy="288000"/>
            </p14:xfrm>
          </p:contentPart>
        </mc:Choice>
        <mc:Fallback xmlns="">
          <p:pic>
            <p:nvPicPr>
              <p:cNvPr id="2" name="Ink 1">
                <a:extLst>
                  <a:ext uri="{FF2B5EF4-FFF2-40B4-BE49-F238E27FC236}">
                    <a16:creationId xmlns:a16="http://schemas.microsoft.com/office/drawing/2014/main" id="{03614958-9180-A5DE-2BC9-B82B4EC19AFF}"/>
                  </a:ext>
                </a:extLst>
              </p:cNvPr>
              <p:cNvPicPr/>
              <p:nvPr/>
            </p:nvPicPr>
            <p:blipFill>
              <a:blip r:embed="rId4"/>
              <a:stretch>
                <a:fillRect/>
              </a:stretch>
            </p:blipFill>
            <p:spPr>
              <a:xfrm>
                <a:off x="3688425" y="2736700"/>
                <a:ext cx="461520" cy="300240"/>
              </a:xfrm>
              <a:prstGeom prst="rect">
                <a:avLst/>
              </a:prstGeom>
            </p:spPr>
          </p:pic>
        </mc:Fallback>
      </mc:AlternateContent>
      <mc:AlternateContent xmlns:mc="http://schemas.openxmlformats.org/markup-compatibility/2006" xmlns:p14="http://schemas.microsoft.com/office/powerpoint/2010/main">
        <mc:Choice Requires="p14">
          <p:contentPart p14:bwMode="auto" r:id="rId5">
            <p14:nvContentPartPr>
              <p14:cNvPr id="5" name="Ink 4">
                <a:extLst>
                  <a:ext uri="{FF2B5EF4-FFF2-40B4-BE49-F238E27FC236}">
                    <a16:creationId xmlns:a16="http://schemas.microsoft.com/office/drawing/2014/main" id="{310DCDB1-45D7-36D9-260C-1E38801EF46D}"/>
                  </a:ext>
                </a:extLst>
              </p14:cNvPr>
              <p14:cNvContentPartPr/>
              <p14:nvPr/>
            </p14:nvContentPartPr>
            <p14:xfrm>
              <a:off x="4133385" y="2928580"/>
              <a:ext cx="360" cy="88920"/>
            </p14:xfrm>
          </p:contentPart>
        </mc:Choice>
        <mc:Fallback xmlns="">
          <p:pic>
            <p:nvPicPr>
              <p:cNvPr id="5" name="Ink 4">
                <a:extLst>
                  <a:ext uri="{FF2B5EF4-FFF2-40B4-BE49-F238E27FC236}">
                    <a16:creationId xmlns:a16="http://schemas.microsoft.com/office/drawing/2014/main" id="{310DCDB1-45D7-36D9-260C-1E38801EF46D}"/>
                  </a:ext>
                </a:extLst>
              </p:cNvPr>
              <p:cNvPicPr/>
              <p:nvPr/>
            </p:nvPicPr>
            <p:blipFill>
              <a:blip r:embed="rId6"/>
              <a:stretch>
                <a:fillRect/>
              </a:stretch>
            </p:blipFill>
            <p:spPr>
              <a:xfrm>
                <a:off x="4127265" y="2922460"/>
                <a:ext cx="12600" cy="101160"/>
              </a:xfrm>
              <a:prstGeom prst="rect">
                <a:avLst/>
              </a:prstGeom>
            </p:spPr>
          </p:pic>
        </mc:Fallback>
      </mc:AlternateContent>
      <mc:AlternateContent xmlns:mc="http://schemas.openxmlformats.org/markup-compatibility/2006" xmlns:p14="http://schemas.microsoft.com/office/powerpoint/2010/main">
        <mc:Choice Requires="p14">
          <p:contentPart p14:bwMode="auto" r:id="rId7">
            <p14:nvContentPartPr>
              <p14:cNvPr id="6" name="Ink 5">
                <a:extLst>
                  <a:ext uri="{FF2B5EF4-FFF2-40B4-BE49-F238E27FC236}">
                    <a16:creationId xmlns:a16="http://schemas.microsoft.com/office/drawing/2014/main" id="{F15F6945-1552-5D15-CDE9-5587A558CDAA}"/>
                  </a:ext>
                </a:extLst>
              </p14:cNvPr>
              <p14:cNvContentPartPr/>
              <p14:nvPr/>
            </p14:nvContentPartPr>
            <p14:xfrm>
              <a:off x="4043745" y="3032980"/>
              <a:ext cx="90000" cy="39600"/>
            </p14:xfrm>
          </p:contentPart>
        </mc:Choice>
        <mc:Fallback xmlns="">
          <p:pic>
            <p:nvPicPr>
              <p:cNvPr id="6" name="Ink 5">
                <a:extLst>
                  <a:ext uri="{FF2B5EF4-FFF2-40B4-BE49-F238E27FC236}">
                    <a16:creationId xmlns:a16="http://schemas.microsoft.com/office/drawing/2014/main" id="{F15F6945-1552-5D15-CDE9-5587A558CDAA}"/>
                  </a:ext>
                </a:extLst>
              </p:cNvPr>
              <p:cNvPicPr/>
              <p:nvPr/>
            </p:nvPicPr>
            <p:blipFill>
              <a:blip r:embed="rId8"/>
              <a:stretch>
                <a:fillRect/>
              </a:stretch>
            </p:blipFill>
            <p:spPr>
              <a:xfrm>
                <a:off x="4037625" y="3026860"/>
                <a:ext cx="102240" cy="51840"/>
              </a:xfrm>
              <a:prstGeom prst="rect">
                <a:avLst/>
              </a:prstGeom>
            </p:spPr>
          </p:pic>
        </mc:Fallback>
      </mc:AlternateContent>
      <mc:AlternateContent xmlns:mc="http://schemas.openxmlformats.org/markup-compatibility/2006" xmlns:p14="http://schemas.microsoft.com/office/powerpoint/2010/main">
        <mc:Choice Requires="p14">
          <p:contentPart p14:bwMode="auto" r:id="rId9">
            <p14:nvContentPartPr>
              <p14:cNvPr id="7" name="Ink 6">
                <a:extLst>
                  <a:ext uri="{FF2B5EF4-FFF2-40B4-BE49-F238E27FC236}">
                    <a16:creationId xmlns:a16="http://schemas.microsoft.com/office/drawing/2014/main" id="{92E00687-0FA4-B422-5FE7-F04CE3AA63A1}"/>
                  </a:ext>
                </a:extLst>
              </p14:cNvPr>
              <p14:cNvContentPartPr/>
              <p14:nvPr/>
            </p14:nvContentPartPr>
            <p14:xfrm>
              <a:off x="4586625" y="3151780"/>
              <a:ext cx="432000" cy="327240"/>
            </p14:xfrm>
          </p:contentPart>
        </mc:Choice>
        <mc:Fallback xmlns="">
          <p:pic>
            <p:nvPicPr>
              <p:cNvPr id="7" name="Ink 6">
                <a:extLst>
                  <a:ext uri="{FF2B5EF4-FFF2-40B4-BE49-F238E27FC236}">
                    <a16:creationId xmlns:a16="http://schemas.microsoft.com/office/drawing/2014/main" id="{92E00687-0FA4-B422-5FE7-F04CE3AA63A1}"/>
                  </a:ext>
                </a:extLst>
              </p:cNvPr>
              <p:cNvPicPr/>
              <p:nvPr/>
            </p:nvPicPr>
            <p:blipFill>
              <a:blip r:embed="rId10"/>
              <a:stretch>
                <a:fillRect/>
              </a:stretch>
            </p:blipFill>
            <p:spPr>
              <a:xfrm>
                <a:off x="4580505" y="3145660"/>
                <a:ext cx="444240" cy="339480"/>
              </a:xfrm>
              <a:prstGeom prst="rect">
                <a:avLst/>
              </a:prstGeom>
            </p:spPr>
          </p:pic>
        </mc:Fallback>
      </mc:AlternateContent>
      <mc:AlternateContent xmlns:mc="http://schemas.openxmlformats.org/markup-compatibility/2006" xmlns:p14="http://schemas.microsoft.com/office/powerpoint/2010/main">
        <mc:Choice Requires="p14">
          <p:contentPart p14:bwMode="auto" r:id="rId11">
            <p14:nvContentPartPr>
              <p14:cNvPr id="8" name="Ink 7">
                <a:extLst>
                  <a:ext uri="{FF2B5EF4-FFF2-40B4-BE49-F238E27FC236}">
                    <a16:creationId xmlns:a16="http://schemas.microsoft.com/office/drawing/2014/main" id="{BF1137FB-6119-6C86-BF1B-53BAB68872A6}"/>
                  </a:ext>
                </a:extLst>
              </p14:cNvPr>
              <p14:cNvContentPartPr/>
              <p14:nvPr/>
            </p14:nvContentPartPr>
            <p14:xfrm>
              <a:off x="4921425" y="3486580"/>
              <a:ext cx="96120" cy="360"/>
            </p14:xfrm>
          </p:contentPart>
        </mc:Choice>
        <mc:Fallback xmlns="">
          <p:pic>
            <p:nvPicPr>
              <p:cNvPr id="8" name="Ink 7">
                <a:extLst>
                  <a:ext uri="{FF2B5EF4-FFF2-40B4-BE49-F238E27FC236}">
                    <a16:creationId xmlns:a16="http://schemas.microsoft.com/office/drawing/2014/main" id="{BF1137FB-6119-6C86-BF1B-53BAB68872A6}"/>
                  </a:ext>
                </a:extLst>
              </p:cNvPr>
              <p:cNvPicPr/>
              <p:nvPr/>
            </p:nvPicPr>
            <p:blipFill>
              <a:blip r:embed="rId12"/>
              <a:stretch>
                <a:fillRect/>
              </a:stretch>
            </p:blipFill>
            <p:spPr>
              <a:xfrm>
                <a:off x="4915305" y="3480460"/>
                <a:ext cx="108360" cy="12600"/>
              </a:xfrm>
              <a:prstGeom prst="rect">
                <a:avLst/>
              </a:prstGeom>
            </p:spPr>
          </p:pic>
        </mc:Fallback>
      </mc:AlternateContent>
      <mc:AlternateContent xmlns:mc="http://schemas.openxmlformats.org/markup-compatibility/2006" xmlns:p14="http://schemas.microsoft.com/office/powerpoint/2010/main">
        <mc:Choice Requires="p14">
          <p:contentPart p14:bwMode="auto" r:id="rId13">
            <p14:nvContentPartPr>
              <p14:cNvPr id="11" name="Ink 10">
                <a:extLst>
                  <a:ext uri="{FF2B5EF4-FFF2-40B4-BE49-F238E27FC236}">
                    <a16:creationId xmlns:a16="http://schemas.microsoft.com/office/drawing/2014/main" id="{849A69AA-4FAC-D11B-331F-F8ABCB2E89B9}"/>
                  </a:ext>
                </a:extLst>
              </p14:cNvPr>
              <p14:cNvContentPartPr/>
              <p14:nvPr/>
            </p14:nvContentPartPr>
            <p14:xfrm>
              <a:off x="5017905" y="3360220"/>
              <a:ext cx="8280" cy="126000"/>
            </p14:xfrm>
          </p:contentPart>
        </mc:Choice>
        <mc:Fallback xmlns="">
          <p:pic>
            <p:nvPicPr>
              <p:cNvPr id="11" name="Ink 10">
                <a:extLst>
                  <a:ext uri="{FF2B5EF4-FFF2-40B4-BE49-F238E27FC236}">
                    <a16:creationId xmlns:a16="http://schemas.microsoft.com/office/drawing/2014/main" id="{849A69AA-4FAC-D11B-331F-F8ABCB2E89B9}"/>
                  </a:ext>
                </a:extLst>
              </p:cNvPr>
              <p:cNvPicPr/>
              <p:nvPr/>
            </p:nvPicPr>
            <p:blipFill>
              <a:blip r:embed="rId14"/>
              <a:stretch>
                <a:fillRect/>
              </a:stretch>
            </p:blipFill>
            <p:spPr>
              <a:xfrm>
                <a:off x="5011785" y="3354100"/>
                <a:ext cx="20520" cy="138240"/>
              </a:xfrm>
              <a:prstGeom prst="rect">
                <a:avLst/>
              </a:prstGeom>
            </p:spPr>
          </p:pic>
        </mc:Fallback>
      </mc:AlternateContent>
      <p:grpSp>
        <p:nvGrpSpPr>
          <p:cNvPr id="17" name="Group 16">
            <a:extLst>
              <a:ext uri="{FF2B5EF4-FFF2-40B4-BE49-F238E27FC236}">
                <a16:creationId xmlns:a16="http://schemas.microsoft.com/office/drawing/2014/main" id="{885B66C7-D680-A834-9CF1-214CE723772A}"/>
              </a:ext>
            </a:extLst>
          </p:cNvPr>
          <p:cNvGrpSpPr/>
          <p:nvPr/>
        </p:nvGrpSpPr>
        <p:grpSpPr>
          <a:xfrm>
            <a:off x="6095745" y="3642460"/>
            <a:ext cx="505800" cy="342360"/>
            <a:chOff x="6095745" y="3642460"/>
            <a:chExt cx="505800" cy="342360"/>
          </a:xfrm>
        </p:grpSpPr>
        <mc:AlternateContent xmlns:mc="http://schemas.openxmlformats.org/markup-compatibility/2006" xmlns:p14="http://schemas.microsoft.com/office/powerpoint/2010/main">
          <mc:Choice Requires="p14">
            <p:contentPart p14:bwMode="auto" r:id="rId15">
              <p14:nvContentPartPr>
                <p14:cNvPr id="13" name="Ink 12">
                  <a:extLst>
                    <a:ext uri="{FF2B5EF4-FFF2-40B4-BE49-F238E27FC236}">
                      <a16:creationId xmlns:a16="http://schemas.microsoft.com/office/drawing/2014/main" id="{E590109F-F8FD-2769-3342-12E55F4C7A84}"/>
                    </a:ext>
                  </a:extLst>
                </p14:cNvPr>
                <p14:cNvContentPartPr/>
                <p14:nvPr/>
              </p14:nvContentPartPr>
              <p14:xfrm>
                <a:off x="6095745" y="3642460"/>
                <a:ext cx="482400" cy="253080"/>
              </p14:xfrm>
            </p:contentPart>
          </mc:Choice>
          <mc:Fallback xmlns="">
            <p:pic>
              <p:nvPicPr>
                <p:cNvPr id="13" name="Ink 12">
                  <a:extLst>
                    <a:ext uri="{FF2B5EF4-FFF2-40B4-BE49-F238E27FC236}">
                      <a16:creationId xmlns:a16="http://schemas.microsoft.com/office/drawing/2014/main" id="{E590109F-F8FD-2769-3342-12E55F4C7A84}"/>
                    </a:ext>
                  </a:extLst>
                </p:cNvPr>
                <p:cNvPicPr/>
                <p:nvPr/>
              </p:nvPicPr>
              <p:blipFill>
                <a:blip r:embed="rId16"/>
                <a:stretch>
                  <a:fillRect/>
                </a:stretch>
              </p:blipFill>
              <p:spPr>
                <a:xfrm>
                  <a:off x="6089625" y="3636340"/>
                  <a:ext cx="494640" cy="265320"/>
                </a:xfrm>
                <a:prstGeom prst="rect">
                  <a:avLst/>
                </a:prstGeom>
              </p:spPr>
            </p:pic>
          </mc:Fallback>
        </mc:AlternateContent>
        <mc:AlternateContent xmlns:mc="http://schemas.openxmlformats.org/markup-compatibility/2006" xmlns:p14="http://schemas.microsoft.com/office/powerpoint/2010/main">
          <mc:Choice Requires="p14">
            <p:contentPart p14:bwMode="auto" r:id="rId17">
              <p14:nvContentPartPr>
                <p14:cNvPr id="14" name="Ink 13">
                  <a:extLst>
                    <a:ext uri="{FF2B5EF4-FFF2-40B4-BE49-F238E27FC236}">
                      <a16:creationId xmlns:a16="http://schemas.microsoft.com/office/drawing/2014/main" id="{0F01AFA5-8DFF-74C1-E815-C4EB416B9ABB}"/>
                    </a:ext>
                  </a:extLst>
                </p14:cNvPr>
                <p14:cNvContentPartPr/>
                <p14:nvPr/>
              </p14:nvContentPartPr>
              <p14:xfrm>
                <a:off x="6564105" y="3783940"/>
                <a:ext cx="34920" cy="113400"/>
              </p14:xfrm>
            </p:contentPart>
          </mc:Choice>
          <mc:Fallback xmlns="">
            <p:pic>
              <p:nvPicPr>
                <p:cNvPr id="14" name="Ink 13">
                  <a:extLst>
                    <a:ext uri="{FF2B5EF4-FFF2-40B4-BE49-F238E27FC236}">
                      <a16:creationId xmlns:a16="http://schemas.microsoft.com/office/drawing/2014/main" id="{0F01AFA5-8DFF-74C1-E815-C4EB416B9ABB}"/>
                    </a:ext>
                  </a:extLst>
                </p:cNvPr>
                <p:cNvPicPr/>
                <p:nvPr/>
              </p:nvPicPr>
              <p:blipFill>
                <a:blip r:embed="rId18"/>
                <a:stretch>
                  <a:fillRect/>
                </a:stretch>
              </p:blipFill>
              <p:spPr>
                <a:xfrm>
                  <a:off x="6557985" y="3777820"/>
                  <a:ext cx="47160" cy="125640"/>
                </a:xfrm>
                <a:prstGeom prst="rect">
                  <a:avLst/>
                </a:prstGeom>
              </p:spPr>
            </p:pic>
          </mc:Fallback>
        </mc:AlternateContent>
        <mc:AlternateContent xmlns:mc="http://schemas.openxmlformats.org/markup-compatibility/2006" xmlns:p14="http://schemas.microsoft.com/office/powerpoint/2010/main">
          <mc:Choice Requires="p14">
            <p:contentPart p14:bwMode="auto" r:id="rId19">
              <p14:nvContentPartPr>
                <p14:cNvPr id="16" name="Ink 15">
                  <a:extLst>
                    <a:ext uri="{FF2B5EF4-FFF2-40B4-BE49-F238E27FC236}">
                      <a16:creationId xmlns:a16="http://schemas.microsoft.com/office/drawing/2014/main" id="{56ED169C-7C5A-D4ED-879B-F0A61609B4B9}"/>
                    </a:ext>
                  </a:extLst>
                </p14:cNvPr>
                <p14:cNvContentPartPr/>
                <p14:nvPr/>
              </p14:nvContentPartPr>
              <p14:xfrm>
                <a:off x="6511905" y="3902740"/>
                <a:ext cx="89640" cy="82080"/>
              </p14:xfrm>
            </p:contentPart>
          </mc:Choice>
          <mc:Fallback xmlns="">
            <p:pic>
              <p:nvPicPr>
                <p:cNvPr id="16" name="Ink 15">
                  <a:extLst>
                    <a:ext uri="{FF2B5EF4-FFF2-40B4-BE49-F238E27FC236}">
                      <a16:creationId xmlns:a16="http://schemas.microsoft.com/office/drawing/2014/main" id="{56ED169C-7C5A-D4ED-879B-F0A61609B4B9}"/>
                    </a:ext>
                  </a:extLst>
                </p:cNvPr>
                <p:cNvPicPr/>
                <p:nvPr/>
              </p:nvPicPr>
              <p:blipFill>
                <a:blip r:embed="rId20"/>
                <a:stretch>
                  <a:fillRect/>
                </a:stretch>
              </p:blipFill>
              <p:spPr>
                <a:xfrm>
                  <a:off x="6505785" y="3896620"/>
                  <a:ext cx="101880" cy="94320"/>
                </a:xfrm>
                <a:prstGeom prst="rect">
                  <a:avLst/>
                </a:prstGeom>
              </p:spPr>
            </p:pic>
          </mc:Fallback>
        </mc:AlternateContent>
      </p:gr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204"/>
        <p:cNvGrpSpPr/>
        <p:nvPr/>
      </p:nvGrpSpPr>
      <p:grpSpPr>
        <a:xfrm>
          <a:off x="0" y="0"/>
          <a:ext cx="0" cy="0"/>
          <a:chOff x="0" y="0"/>
          <a:chExt cx="0" cy="0"/>
        </a:xfrm>
      </p:grpSpPr>
      <p:sp>
        <p:nvSpPr>
          <p:cNvPr id="205" name="Google Shape;205;p37"/>
          <p:cNvSpPr txBox="1">
            <a:spLocks noGrp="1"/>
          </p:cNvSpPr>
          <p:nvPr>
            <p:ph type="body" idx="1"/>
          </p:nvPr>
        </p:nvSpPr>
        <p:spPr>
          <a:xfrm>
            <a:off x="260850" y="435875"/>
            <a:ext cx="8725800" cy="4576800"/>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Clr>
                <a:schemeClr val="dk1"/>
              </a:buClr>
              <a:buSzPts val="1100"/>
              <a:buFont typeface="Arial"/>
              <a:buNone/>
            </a:pPr>
            <a:r>
              <a:rPr lang="en" sz="1300">
                <a:solidFill>
                  <a:schemeClr val="dk1"/>
                </a:solidFill>
              </a:rPr>
              <a:t>Instructions reach the Write Back (WB) stage at the following clock cycles: </a:t>
            </a:r>
            <a:r>
              <a:rPr lang="en" sz="1300" b="1">
                <a:solidFill>
                  <a:srgbClr val="FF0000"/>
                </a:solidFill>
              </a:rPr>
              <a:t>5</a:t>
            </a:r>
            <a:r>
              <a:rPr lang="en" sz="1300" b="1">
                <a:solidFill>
                  <a:schemeClr val="dk1"/>
                </a:solidFill>
              </a:rPr>
              <a:t>, 7, </a:t>
            </a:r>
            <a:r>
              <a:rPr lang="en" sz="1300" b="1">
                <a:solidFill>
                  <a:srgbClr val="FF0000"/>
                </a:solidFill>
              </a:rPr>
              <a:t>8</a:t>
            </a:r>
            <a:r>
              <a:rPr lang="en" sz="1300" b="1">
                <a:solidFill>
                  <a:schemeClr val="dk1"/>
                </a:solidFill>
              </a:rPr>
              <a:t>, 10, </a:t>
            </a:r>
            <a:r>
              <a:rPr lang="en" sz="1300" b="1">
                <a:solidFill>
                  <a:srgbClr val="FF0000"/>
                </a:solidFill>
              </a:rPr>
              <a:t>11</a:t>
            </a:r>
            <a:r>
              <a:rPr lang="en" sz="1300" b="1">
                <a:solidFill>
                  <a:schemeClr val="dk1"/>
                </a:solidFill>
              </a:rPr>
              <a:t>, 13, </a:t>
            </a:r>
            <a:r>
              <a:rPr lang="en" sz="1300" b="1">
                <a:solidFill>
                  <a:srgbClr val="FF0000"/>
                </a:solidFill>
              </a:rPr>
              <a:t>14</a:t>
            </a:r>
            <a:r>
              <a:rPr lang="en" sz="1300" b="1">
                <a:solidFill>
                  <a:schemeClr val="dk1"/>
                </a:solidFill>
              </a:rPr>
              <a:t>, 16, ...</a:t>
            </a:r>
            <a:endParaRPr sz="1300" b="1">
              <a:solidFill>
                <a:schemeClr val="dk1"/>
              </a:solidFill>
            </a:endParaRPr>
          </a:p>
          <a:p>
            <a:pPr marL="0" lvl="0" indent="0" algn="l" rtl="0">
              <a:spcBef>
                <a:spcPts val="1200"/>
              </a:spcBef>
              <a:spcAft>
                <a:spcPts val="0"/>
              </a:spcAft>
              <a:buClr>
                <a:schemeClr val="dk1"/>
              </a:buClr>
              <a:buSzPts val="1100"/>
              <a:buFont typeface="Arial"/>
              <a:buNone/>
            </a:pPr>
            <a:r>
              <a:rPr lang="en" sz="1300">
                <a:solidFill>
                  <a:schemeClr val="dk1"/>
                </a:solidFill>
              </a:rPr>
              <a:t>This establishes a pattern:</a:t>
            </a:r>
            <a:endParaRPr sz="1300">
              <a:solidFill>
                <a:schemeClr val="dk1"/>
              </a:solidFill>
            </a:endParaRPr>
          </a:p>
          <a:p>
            <a:pPr marL="457200" lvl="0" indent="-311150" algn="l" rtl="0">
              <a:spcBef>
                <a:spcPts val="1200"/>
              </a:spcBef>
              <a:spcAft>
                <a:spcPts val="0"/>
              </a:spcAft>
              <a:buClr>
                <a:schemeClr val="dk1"/>
              </a:buClr>
              <a:buSzPts val="1300"/>
              <a:buChar char="●"/>
            </a:pPr>
            <a:r>
              <a:rPr lang="en" sz="1300">
                <a:solidFill>
                  <a:schemeClr val="dk1"/>
                </a:solidFill>
              </a:rPr>
              <a:t>The first pair of instructions (L.D, ADD) finishes at cycles 5 and 7. The second instruction (</a:t>
            </a:r>
            <a:r>
              <a:rPr lang="en" sz="1300">
                <a:solidFill>
                  <a:srgbClr val="1B1C1D"/>
                </a:solidFill>
                <a:latin typeface="Roboto Mono"/>
                <a:ea typeface="Roboto Mono"/>
                <a:cs typeface="Roboto Mono"/>
                <a:sym typeface="Roboto Mono"/>
              </a:rPr>
              <a:t>ADD</a:t>
            </a:r>
            <a:r>
              <a:rPr lang="en" sz="1300">
                <a:solidFill>
                  <a:schemeClr val="dk1"/>
                </a:solidFill>
              </a:rPr>
              <a:t>) finishes at cycle 7.</a:t>
            </a:r>
            <a:endParaRPr sz="1300">
              <a:solidFill>
                <a:schemeClr val="dk1"/>
              </a:solidFill>
            </a:endParaRPr>
          </a:p>
          <a:p>
            <a:pPr marL="457200" lvl="0" indent="-311150" algn="l" rtl="0">
              <a:spcBef>
                <a:spcPts val="0"/>
              </a:spcBef>
              <a:spcAft>
                <a:spcPts val="0"/>
              </a:spcAft>
              <a:buClr>
                <a:schemeClr val="dk1"/>
              </a:buClr>
              <a:buSzPts val="1300"/>
              <a:buChar char="●"/>
            </a:pPr>
            <a:r>
              <a:rPr lang="en" sz="1300">
                <a:solidFill>
                  <a:schemeClr val="dk1"/>
                </a:solidFill>
              </a:rPr>
              <a:t>The second pair (L.D, ADD) finishes at cycles 8 and 10.</a:t>
            </a:r>
            <a:endParaRPr sz="1300">
              <a:solidFill>
                <a:schemeClr val="dk1"/>
              </a:solidFill>
            </a:endParaRPr>
          </a:p>
          <a:p>
            <a:pPr marL="457200" lvl="0" indent="-311150" algn="l" rtl="0">
              <a:spcBef>
                <a:spcPts val="0"/>
              </a:spcBef>
              <a:spcAft>
                <a:spcPts val="0"/>
              </a:spcAft>
              <a:buClr>
                <a:schemeClr val="dk1"/>
              </a:buClr>
              <a:buSzPts val="1300"/>
              <a:buChar char="●"/>
            </a:pPr>
            <a:r>
              <a:rPr lang="en" sz="1300">
                <a:solidFill>
                  <a:schemeClr val="dk1"/>
                </a:solidFill>
              </a:rPr>
              <a:t>The third pair (L.D, ADD) finishes at cycles 11 and 13.</a:t>
            </a:r>
            <a:endParaRPr sz="1300">
              <a:solidFill>
                <a:schemeClr val="dk1"/>
              </a:solidFill>
            </a:endParaRPr>
          </a:p>
          <a:p>
            <a:pPr marL="457200" lvl="0" indent="-311150" algn="l" rtl="0">
              <a:spcBef>
                <a:spcPts val="0"/>
              </a:spcBef>
              <a:spcAft>
                <a:spcPts val="0"/>
              </a:spcAft>
              <a:buClr>
                <a:schemeClr val="dk1"/>
              </a:buClr>
              <a:buSzPts val="1300"/>
              <a:buChar char="●"/>
            </a:pPr>
            <a:r>
              <a:rPr lang="en" sz="1300">
                <a:solidFill>
                  <a:schemeClr val="dk1"/>
                </a:solidFill>
              </a:rPr>
              <a:t>Each pair of (L.D, ADD) takes 3 cycles to complete after the previous pair (e.g., from cycle 7 to 10 is 3 cycles, from 10 to 13 is 3 cycles).</a:t>
            </a:r>
            <a:endParaRPr sz="1300">
              <a:solidFill>
                <a:schemeClr val="dk1"/>
              </a:solidFill>
            </a:endParaRPr>
          </a:p>
          <a:p>
            <a:pPr marL="0" lvl="0" indent="0" algn="l" rtl="0">
              <a:spcBef>
                <a:spcPts val="1200"/>
              </a:spcBef>
              <a:spcAft>
                <a:spcPts val="0"/>
              </a:spcAft>
              <a:buClr>
                <a:schemeClr val="dk1"/>
              </a:buClr>
              <a:buSzPts val="1100"/>
              <a:buFont typeface="Arial"/>
              <a:buNone/>
            </a:pPr>
            <a:r>
              <a:rPr lang="en" sz="1300">
                <a:solidFill>
                  <a:schemeClr val="dk1"/>
                </a:solidFill>
              </a:rPr>
              <a:t>The last instruction (the 1000th ADD.D) reaches the WB stage based on this pattern:</a:t>
            </a:r>
            <a:endParaRPr sz="1300">
              <a:solidFill>
                <a:schemeClr val="dk1"/>
              </a:solidFill>
            </a:endParaRPr>
          </a:p>
          <a:p>
            <a:pPr marL="457200" lvl="0" indent="-311150" algn="l" rtl="0">
              <a:spcBef>
                <a:spcPts val="1200"/>
              </a:spcBef>
              <a:spcAft>
                <a:spcPts val="0"/>
              </a:spcAft>
              <a:buClr>
                <a:schemeClr val="dk1"/>
              </a:buClr>
              <a:buSzPts val="1300"/>
              <a:buChar char="●"/>
            </a:pPr>
            <a:r>
              <a:rPr lang="en" sz="1300">
                <a:solidFill>
                  <a:schemeClr val="dk1"/>
                </a:solidFill>
              </a:rPr>
              <a:t>Last instruction (ADD) reaches WB in: </a:t>
            </a:r>
            <a:r>
              <a:rPr lang="en" sz="1300" b="1">
                <a:solidFill>
                  <a:schemeClr val="dk1"/>
                </a:solidFill>
              </a:rPr>
              <a:t>7+(999×3)=3004 cycles.</a:t>
            </a:r>
            <a:endParaRPr sz="1300" b="1">
              <a:solidFill>
                <a:schemeClr val="dk1"/>
              </a:solidFill>
            </a:endParaRPr>
          </a:p>
          <a:p>
            <a:pPr marL="457200" lvl="0" indent="-311150" algn="l" rtl="0">
              <a:spcBef>
                <a:spcPts val="0"/>
              </a:spcBef>
              <a:spcAft>
                <a:spcPts val="0"/>
              </a:spcAft>
              <a:buClr>
                <a:schemeClr val="dk1"/>
              </a:buClr>
              <a:buSzPts val="1300"/>
              <a:buChar char="●"/>
            </a:pPr>
            <a:r>
              <a:rPr lang="en" sz="1300" b="1">
                <a:solidFill>
                  <a:schemeClr val="dk1"/>
                </a:solidFill>
              </a:rPr>
              <a:t>CPI=3004/2000</a:t>
            </a:r>
            <a:r>
              <a:rPr lang="en" sz="1400">
                <a:solidFill>
                  <a:schemeClr val="dk1"/>
                </a:solidFill>
              </a:rPr>
              <a:t>≈</a:t>
            </a:r>
            <a:r>
              <a:rPr lang="en" sz="1300" b="1">
                <a:solidFill>
                  <a:schemeClr val="dk1"/>
                </a:solidFill>
              </a:rPr>
              <a:t>1.5</a:t>
            </a:r>
            <a:endParaRPr sz="1300" b="1">
              <a:solidFill>
                <a:schemeClr val="dk1"/>
              </a:solidFill>
            </a:endParaRPr>
          </a:p>
          <a:p>
            <a:pPr marL="457200" lvl="0" indent="-311150" algn="l" rtl="0">
              <a:spcBef>
                <a:spcPts val="0"/>
              </a:spcBef>
              <a:spcAft>
                <a:spcPts val="0"/>
              </a:spcAft>
              <a:buClr>
                <a:schemeClr val="dk1"/>
              </a:buClr>
              <a:buSzPts val="1300"/>
              <a:buChar char="●"/>
            </a:pPr>
            <a:r>
              <a:rPr lang="en" sz="1300">
                <a:solidFill>
                  <a:schemeClr val="dk1"/>
                </a:solidFill>
              </a:rPr>
              <a:t>For every two instructions there is a stall so stall cpi is ½=0.5 </a:t>
            </a:r>
            <a:endParaRPr sz="1300">
              <a:solidFill>
                <a:schemeClr val="dk1"/>
              </a:solidFill>
            </a:endParaRPr>
          </a:p>
          <a:p>
            <a:pPr marL="457200" lvl="0" indent="-311150" algn="l" rtl="0">
              <a:spcBef>
                <a:spcPts val="0"/>
              </a:spcBef>
              <a:spcAft>
                <a:spcPts val="0"/>
              </a:spcAft>
              <a:buClr>
                <a:schemeClr val="dk1"/>
              </a:buClr>
              <a:buSzPts val="1300"/>
              <a:buChar char="●"/>
            </a:pPr>
            <a:r>
              <a:rPr lang="en" sz="1300">
                <a:solidFill>
                  <a:schemeClr val="dk1"/>
                </a:solidFill>
              </a:rPr>
              <a:t>total CPI =1+0.5=1.5 which matches with above result</a:t>
            </a:r>
            <a:endParaRPr sz="1300">
              <a:solidFill>
                <a:schemeClr val="dk1"/>
              </a:solidFill>
            </a:endParaRPr>
          </a:p>
          <a:p>
            <a:pPr marL="457200" lvl="0" indent="0" algn="l" rtl="0">
              <a:spcBef>
                <a:spcPts val="1200"/>
              </a:spcBef>
              <a:spcAft>
                <a:spcPts val="0"/>
              </a:spcAft>
              <a:buNone/>
            </a:pPr>
            <a:endParaRPr sz="1100" b="1">
              <a:solidFill>
                <a:schemeClr val="dk1"/>
              </a:solidFill>
            </a:endParaRPr>
          </a:p>
          <a:p>
            <a:pPr marL="0" lvl="0" indent="0" algn="l" rtl="0">
              <a:spcBef>
                <a:spcPts val="1200"/>
              </a:spcBef>
              <a:spcAft>
                <a:spcPts val="1200"/>
              </a:spcAft>
              <a:buNone/>
            </a:pPr>
            <a:endParaRP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209"/>
        <p:cNvGrpSpPr/>
        <p:nvPr/>
      </p:nvGrpSpPr>
      <p:grpSpPr>
        <a:xfrm>
          <a:off x="0" y="0"/>
          <a:ext cx="0" cy="0"/>
          <a:chOff x="0" y="0"/>
          <a:chExt cx="0" cy="0"/>
        </a:xfrm>
      </p:grpSpPr>
      <p:sp>
        <p:nvSpPr>
          <p:cNvPr id="210" name="Google Shape;210;p38"/>
          <p:cNvSpPr txBox="1">
            <a:spLocks noGrp="1"/>
          </p:cNvSpPr>
          <p:nvPr>
            <p:ph type="body" idx="1"/>
          </p:nvPr>
        </p:nvSpPr>
        <p:spPr>
          <a:xfrm>
            <a:off x="311700" y="799125"/>
            <a:ext cx="8520600" cy="3995700"/>
          </a:xfrm>
          <a:prstGeom prst="rect">
            <a:avLst/>
          </a:prstGeom>
        </p:spPr>
        <p:txBody>
          <a:bodyPr spcFirstLastPara="1" wrap="square" lIns="91425" tIns="91425" rIns="91425" bIns="91425" anchor="t" anchorCtr="0">
            <a:noAutofit/>
          </a:bodyPr>
          <a:lstStyle/>
          <a:p>
            <a:pPr marL="457200" lvl="0" indent="-304800" algn="just" rtl="0">
              <a:spcBef>
                <a:spcPts val="1200"/>
              </a:spcBef>
              <a:spcAft>
                <a:spcPts val="0"/>
              </a:spcAft>
              <a:buClr>
                <a:schemeClr val="dk1"/>
              </a:buClr>
              <a:buSzPts val="1200"/>
              <a:buAutoNum type="arabicPeriod" startAt="6"/>
            </a:pPr>
            <a:r>
              <a:rPr lang="en" sz="1200" b="1">
                <a:solidFill>
                  <a:schemeClr val="dk1"/>
                </a:solidFill>
              </a:rPr>
              <a:t>Consider the sequence of instructions below and identify which one of the following statements is true.</a:t>
            </a:r>
            <a:br>
              <a:rPr lang="en" sz="1200" b="1">
                <a:solidFill>
                  <a:schemeClr val="dk1"/>
                </a:solidFill>
              </a:rPr>
            </a:br>
            <a:r>
              <a:rPr lang="en" sz="1200" b="1">
                <a:solidFill>
                  <a:schemeClr val="dk1"/>
                </a:solidFill>
              </a:rPr>
              <a:t> [r1-r6 are the CPU registers]</a:t>
            </a:r>
            <a:endParaRPr sz="1200" b="1">
              <a:solidFill>
                <a:schemeClr val="dk1"/>
              </a:solidFill>
            </a:endParaRPr>
          </a:p>
          <a:p>
            <a:pPr marL="457200" lvl="0" indent="0" algn="just" rtl="0">
              <a:spcBef>
                <a:spcPts val="1200"/>
              </a:spcBef>
              <a:spcAft>
                <a:spcPts val="0"/>
              </a:spcAft>
              <a:buNone/>
            </a:pPr>
            <a:r>
              <a:rPr lang="en" sz="1200" b="1">
                <a:solidFill>
                  <a:schemeClr val="dk1"/>
                </a:solidFill>
              </a:rPr>
              <a:t>I1: add r4, r2, r3 </a:t>
            </a:r>
            <a:endParaRPr sz="1200" b="1">
              <a:solidFill>
                <a:schemeClr val="dk1"/>
              </a:solidFill>
            </a:endParaRPr>
          </a:p>
          <a:p>
            <a:pPr marL="457200" lvl="0" indent="0" algn="just" rtl="0">
              <a:spcBef>
                <a:spcPts val="1200"/>
              </a:spcBef>
              <a:spcAft>
                <a:spcPts val="0"/>
              </a:spcAft>
              <a:buNone/>
            </a:pPr>
            <a:r>
              <a:rPr lang="en" sz="1200" b="1">
                <a:solidFill>
                  <a:schemeClr val="dk1"/>
                </a:solidFill>
              </a:rPr>
              <a:t>I2: sub r4, r5, r3 </a:t>
            </a:r>
            <a:endParaRPr sz="1200" b="1">
              <a:solidFill>
                <a:schemeClr val="dk1"/>
              </a:solidFill>
            </a:endParaRPr>
          </a:p>
          <a:p>
            <a:pPr marL="457200" lvl="0" indent="0" algn="just" rtl="0">
              <a:spcBef>
                <a:spcPts val="1200"/>
              </a:spcBef>
              <a:spcAft>
                <a:spcPts val="0"/>
              </a:spcAft>
              <a:buNone/>
            </a:pPr>
            <a:r>
              <a:rPr lang="en" sz="1200" b="1">
                <a:solidFill>
                  <a:schemeClr val="dk1"/>
                </a:solidFill>
              </a:rPr>
              <a:t>I3: mul r5, r4, r2 </a:t>
            </a:r>
            <a:endParaRPr sz="1200" b="1">
              <a:solidFill>
                <a:schemeClr val="dk1"/>
              </a:solidFill>
            </a:endParaRPr>
          </a:p>
          <a:p>
            <a:pPr marL="457200" lvl="0" indent="0" algn="just" rtl="0">
              <a:spcBef>
                <a:spcPts val="1200"/>
              </a:spcBef>
              <a:spcAft>
                <a:spcPts val="0"/>
              </a:spcAft>
              <a:buClr>
                <a:schemeClr val="dk1"/>
              </a:buClr>
              <a:buSzPts val="1100"/>
              <a:buFont typeface="Arial"/>
              <a:buNone/>
            </a:pPr>
            <a:r>
              <a:rPr lang="en" sz="1200" b="1">
                <a:solidFill>
                  <a:schemeClr val="dk1"/>
                </a:solidFill>
              </a:rPr>
              <a:t>I4: add r6, r5, r1</a:t>
            </a:r>
            <a:endParaRPr sz="1200" b="1">
              <a:solidFill>
                <a:schemeClr val="dk1"/>
              </a:solidFill>
            </a:endParaRPr>
          </a:p>
          <a:p>
            <a:pPr marL="457200" lvl="0" indent="0" algn="just" rtl="0">
              <a:spcBef>
                <a:spcPts val="1200"/>
              </a:spcBef>
              <a:spcAft>
                <a:spcPts val="0"/>
              </a:spcAft>
              <a:buNone/>
            </a:pPr>
            <a:r>
              <a:rPr lang="en" sz="1200" b="1">
                <a:solidFill>
                  <a:schemeClr val="dk1"/>
                </a:solidFill>
              </a:rPr>
              <a:t>(A) There is a WAR hazard in r5 and WAW hazard in r3 </a:t>
            </a:r>
            <a:endParaRPr sz="1200" b="1">
              <a:solidFill>
                <a:schemeClr val="dk1"/>
              </a:solidFill>
            </a:endParaRPr>
          </a:p>
          <a:p>
            <a:pPr marL="457200" lvl="0" indent="0" algn="just" rtl="0">
              <a:spcBef>
                <a:spcPts val="1200"/>
              </a:spcBef>
              <a:spcAft>
                <a:spcPts val="0"/>
              </a:spcAft>
              <a:buNone/>
            </a:pPr>
            <a:r>
              <a:rPr lang="en" sz="1200" b="1">
                <a:solidFill>
                  <a:schemeClr val="dk1"/>
                </a:solidFill>
              </a:rPr>
              <a:t>(B) There is a RAW hazard in r4 and WAR hazard in r2 </a:t>
            </a:r>
            <a:endParaRPr sz="1200" b="1">
              <a:solidFill>
                <a:schemeClr val="dk1"/>
              </a:solidFill>
            </a:endParaRPr>
          </a:p>
          <a:p>
            <a:pPr marL="457200" lvl="0" indent="0" algn="just" rtl="0">
              <a:spcBef>
                <a:spcPts val="1200"/>
              </a:spcBef>
              <a:spcAft>
                <a:spcPts val="0"/>
              </a:spcAft>
              <a:buNone/>
            </a:pPr>
            <a:r>
              <a:rPr lang="en" sz="1200" b="1">
                <a:solidFill>
                  <a:schemeClr val="dk1"/>
                </a:solidFill>
              </a:rPr>
              <a:t>(C) There is a WAW hazard in r4 and RAW hazard in r5 </a:t>
            </a:r>
            <a:endParaRPr sz="1200" b="1">
              <a:solidFill>
                <a:schemeClr val="dk1"/>
              </a:solidFill>
            </a:endParaRPr>
          </a:p>
          <a:p>
            <a:pPr marL="457200" lvl="0" indent="0" algn="just" rtl="0">
              <a:spcBef>
                <a:spcPts val="1200"/>
              </a:spcBef>
              <a:spcAft>
                <a:spcPts val="0"/>
              </a:spcAft>
              <a:buClr>
                <a:schemeClr val="dk1"/>
              </a:buClr>
              <a:buSzPts val="1100"/>
              <a:buFont typeface="Arial"/>
              <a:buNone/>
            </a:pPr>
            <a:r>
              <a:rPr lang="en" sz="1200" b="1">
                <a:solidFill>
                  <a:schemeClr val="dk1"/>
                </a:solidFill>
              </a:rPr>
              <a:t>(D) There is a RAW hazard in r4 and WAW hazard in r5</a:t>
            </a:r>
            <a:endParaRPr sz="1200" b="1">
              <a:solidFill>
                <a:schemeClr val="dk1"/>
              </a:solidFill>
            </a:endParaRPr>
          </a:p>
          <a:p>
            <a:pPr marL="0" lvl="0" indent="0" algn="just" rtl="0">
              <a:spcBef>
                <a:spcPts val="1200"/>
              </a:spcBef>
              <a:spcAft>
                <a:spcPts val="1200"/>
              </a:spcAft>
              <a:buNone/>
            </a:pPr>
            <a:endParaRPr b="1"/>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214"/>
        <p:cNvGrpSpPr/>
        <p:nvPr/>
      </p:nvGrpSpPr>
      <p:grpSpPr>
        <a:xfrm>
          <a:off x="0" y="0"/>
          <a:ext cx="0" cy="0"/>
          <a:chOff x="0" y="0"/>
          <a:chExt cx="0" cy="0"/>
        </a:xfrm>
      </p:grpSpPr>
      <p:sp>
        <p:nvSpPr>
          <p:cNvPr id="215" name="Google Shape;215;p39"/>
          <p:cNvSpPr txBox="1">
            <a:spLocks noGrp="1"/>
          </p:cNvSpPr>
          <p:nvPr>
            <p:ph type="body" idx="1"/>
          </p:nvPr>
        </p:nvSpPr>
        <p:spPr>
          <a:xfrm>
            <a:off x="311700" y="610250"/>
            <a:ext cx="8520600" cy="3958500"/>
          </a:xfrm>
          <a:prstGeom prst="rect">
            <a:avLst/>
          </a:prstGeom>
        </p:spPr>
        <p:txBody>
          <a:bodyPr spcFirstLastPara="1" wrap="square" lIns="91425" tIns="91425" rIns="91425" bIns="91425" anchor="t" anchorCtr="0">
            <a:normAutofit/>
          </a:bodyPr>
          <a:lstStyle/>
          <a:p>
            <a:pPr marL="0" lvl="0" indent="0" algn="l" rtl="0">
              <a:spcBef>
                <a:spcPts val="1200"/>
              </a:spcBef>
              <a:spcAft>
                <a:spcPts val="0"/>
              </a:spcAft>
              <a:buClr>
                <a:schemeClr val="dk1"/>
              </a:buClr>
              <a:buSzPts val="1100"/>
              <a:buFont typeface="Arial"/>
              <a:buNone/>
            </a:pPr>
            <a:r>
              <a:rPr lang="en" sz="1500">
                <a:solidFill>
                  <a:schemeClr val="dk1"/>
                </a:solidFill>
              </a:rPr>
              <a:t>These are the four data hazards in the solution:</a:t>
            </a:r>
            <a:endParaRPr sz="1500">
              <a:solidFill>
                <a:schemeClr val="dk1"/>
              </a:solidFill>
            </a:endParaRPr>
          </a:p>
          <a:p>
            <a:pPr marL="457200" lvl="0" indent="-323850" algn="l" rtl="0">
              <a:spcBef>
                <a:spcPts val="1200"/>
              </a:spcBef>
              <a:spcAft>
                <a:spcPts val="0"/>
              </a:spcAft>
              <a:buClr>
                <a:schemeClr val="dk1"/>
              </a:buClr>
              <a:buSzPts val="1500"/>
              <a:buChar char="●"/>
            </a:pPr>
            <a:r>
              <a:rPr lang="en" sz="1500">
                <a:solidFill>
                  <a:schemeClr val="dk1"/>
                </a:solidFill>
              </a:rPr>
              <a:t>WAW (Write-After-Write) hazard in r4 (for instructions I1 and I2).</a:t>
            </a:r>
            <a:endParaRPr sz="1500">
              <a:solidFill>
                <a:schemeClr val="dk1"/>
              </a:solidFill>
            </a:endParaRPr>
          </a:p>
          <a:p>
            <a:pPr marL="457200" lvl="0" indent="-323850" algn="l" rtl="0">
              <a:spcBef>
                <a:spcPts val="0"/>
              </a:spcBef>
              <a:spcAft>
                <a:spcPts val="0"/>
              </a:spcAft>
              <a:buClr>
                <a:schemeClr val="dk1"/>
              </a:buClr>
              <a:buSzPts val="1500"/>
              <a:buChar char="●"/>
            </a:pPr>
            <a:r>
              <a:rPr lang="en" sz="1500">
                <a:solidFill>
                  <a:schemeClr val="dk1"/>
                </a:solidFill>
              </a:rPr>
              <a:t>RAW (Read-After-Write) hazard in r4 (for instructions I2 and I3).</a:t>
            </a:r>
            <a:endParaRPr sz="1500">
              <a:solidFill>
                <a:schemeClr val="dk1"/>
              </a:solidFill>
            </a:endParaRPr>
          </a:p>
          <a:p>
            <a:pPr marL="457200" lvl="0" indent="-323850" algn="l" rtl="0">
              <a:spcBef>
                <a:spcPts val="0"/>
              </a:spcBef>
              <a:spcAft>
                <a:spcPts val="0"/>
              </a:spcAft>
              <a:buClr>
                <a:schemeClr val="dk1"/>
              </a:buClr>
              <a:buSzPts val="1500"/>
              <a:buChar char="●"/>
            </a:pPr>
            <a:r>
              <a:rPr lang="en" sz="1500">
                <a:solidFill>
                  <a:schemeClr val="dk1"/>
                </a:solidFill>
              </a:rPr>
              <a:t>WAR (Write-After-Read) hazard in r5 (for instructions I2 and I3).</a:t>
            </a:r>
            <a:endParaRPr sz="1500">
              <a:solidFill>
                <a:schemeClr val="dk1"/>
              </a:solidFill>
            </a:endParaRPr>
          </a:p>
          <a:p>
            <a:pPr marL="457200" lvl="0" indent="-323850" algn="l" rtl="0">
              <a:spcBef>
                <a:spcPts val="0"/>
              </a:spcBef>
              <a:spcAft>
                <a:spcPts val="0"/>
              </a:spcAft>
              <a:buClr>
                <a:schemeClr val="dk1"/>
              </a:buClr>
              <a:buSzPts val="1500"/>
              <a:buChar char="●"/>
            </a:pPr>
            <a:r>
              <a:rPr lang="en" sz="1500">
                <a:solidFill>
                  <a:schemeClr val="dk1"/>
                </a:solidFill>
              </a:rPr>
              <a:t>RAW (Read-After-Write) hazard in r5 (for instructions I3 and I4).</a:t>
            </a:r>
            <a:endParaRPr sz="1500">
              <a:solidFill>
                <a:schemeClr val="dk1"/>
              </a:solidFill>
            </a:endParaRPr>
          </a:p>
          <a:p>
            <a:pPr marL="0" lvl="0" indent="0" algn="l" rtl="0">
              <a:spcBef>
                <a:spcPts val="1200"/>
              </a:spcBef>
              <a:spcAft>
                <a:spcPts val="1200"/>
              </a:spcAft>
              <a:buNone/>
            </a:pPr>
            <a:r>
              <a:rPr lang="en" sz="1700" b="1">
                <a:solidFill>
                  <a:srgbClr val="000000"/>
                </a:solidFill>
              </a:rPr>
              <a:t>So option c is correct.</a:t>
            </a:r>
            <a:endParaRPr sz="1700" b="1">
              <a:solidFill>
                <a:srgbClr val="000000"/>
              </a:solidFill>
            </a:endParaRPr>
          </a:p>
        </p:txBody>
      </p:sp>
    </p:spTree>
  </p:cSld>
  <p:clrMapOvr>
    <a:masterClrMapping/>
  </p:clrMapOvr>
</p:sld>
</file>

<file path=ppt/theme/theme1.xml><?xml version="1.0" encoding="utf-8"?>
<a:theme xmlns:a="http://schemas.openxmlformats.org/drawingml/2006/main"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106</TotalTime>
  <Words>2449</Words>
  <Application>Microsoft Office PowerPoint</Application>
  <PresentationFormat>On-screen Show (16:9)</PresentationFormat>
  <Paragraphs>381</Paragraphs>
  <Slides>27</Slides>
  <Notes>27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27</vt:i4>
      </vt:variant>
    </vt:vector>
  </HeadingPairs>
  <TitlesOfParts>
    <vt:vector size="30" baseType="lpstr">
      <vt:lpstr>Arial</vt:lpstr>
      <vt:lpstr>Roboto Mono</vt:lpstr>
      <vt:lpstr>Simple Light</vt:lpstr>
      <vt:lpstr>Instruction Pipeline and Hazards</vt:lpstr>
      <vt:lpstr>The time delay of a 4-segment pipeline in different segments are t1=35 ns, t2 = 30 ns, t3 = 40 ns, t4=45 ns. The interface register delay time is t=5 ns. How long would it take to complete 100 instructions in the pipeline? (Assume there is no dependency between the instructions).</vt:lpstr>
      <vt:lpstr>The time delay of a 4-segment pipeline in different segments are t1=35 ns, t2 = 30 ns, t3 = 40 ns, t4=45 ns. The interface register delay time is t=5 ns. How long would it take to complete 100 instructions in the pipeline? (Assume there is no dependency between the instructions).</vt:lpstr>
      <vt:lpstr>PowerPoint Presentation</vt:lpstr>
      <vt:lpstr>Which of the following statements is/are TRUE? RAW data hazard could be reduced by operand forwarding. A normal in-order 5 stage MIPS pipeline can achieve an IPC larger than 1. For a MIPS instruction STR R2, 16(R3), some contents stored in its ID/EX pipeline register will bypass the EX unit directly to EX/MEM pipeline register. A normal 5 stage in order RISC pipeline without operand forwarding can have RAW and WAR hazards. (I) a only (II) a &amp; c only (III) b &amp; d only (IV) c &amp; d only </vt:lpstr>
      <vt:lpstr>PowerPoint Presentation</vt:lpstr>
      <vt:lpstr>PowerPoint Presentation</vt:lpstr>
      <vt:lpstr>(II) A normal in-order 5 stage MIPS pipeline can achieve an IPC larger than 1:</vt:lpstr>
      <vt:lpstr>(II) A normal in-order 5 stage MIPS pipeline can achieve an IPC larger than 1: FALSE IPC &gt; 1 means we should be able to complete more than one instruction per clock cycle which is impossible in this case.</vt:lpstr>
      <vt:lpstr>(III) For a MIPS instruction STR R2, 16(R3), some contents stored in its ID/EX pipeline register will bypass the EX unit directly to EX/MEM pipeline register: </vt:lpstr>
      <vt:lpstr>(III) For a MIPS instruction STR R2, 16(R3), some contents stored in its ID/EX pipeline register will bypass the EX unit directly to EX/MEM pipeline register: TRUE Reason: The ALU will compute only 16 + R3 and we need the value of R2 only in MEM stage hence the value of R2 will bypass EX unit i.e. from ID/EX to EX/MEM pipeline register.</vt:lpstr>
      <vt:lpstr>(IV) A normal 5 stage in order RISC pipeline without operand forwarding can have RAW and WAR hazards:</vt:lpstr>
      <vt:lpstr>(IV) A normal 5 stage in order RISC pipeline without operand forwarding can have RAW and WAR hazards: FALSE RAW hazard may occur but WAR cannot occur in in-order execution</vt:lpstr>
      <vt:lpstr>Which of the following statements is/are TRUE? RAW data hazard could be reduced by operand forwarding. A normal in-order 5 stage MIPS pipeline can achieve an IPC larger than 1. For a MIPS instruction STR R2, 16(R3), some contents stored in its ID/EX pipeline register will bypass the EX unit directly to EX/MEM pipeline register. A normal 5 stage in order RISC pipeline without operand forwarding can have RAW and WAR hazards. (I) a only (II) a &amp; c only (III) b &amp; d only (IV) c &amp; d only </vt:lpstr>
      <vt:lpstr>Given a non-pipelined architecture running at 1GHz, that takes 5 cycle to finish an instruction. It was later converted to a 5 stage pipeline operating at 800MHz. A stall of 70 cycles happens in 2% of the memory instructions and a stall of 2 cycles happens in 20% of the branch instructions. Out of the total instructions, 30% are memory instructions and 20% are branch instructions. What is the actual speedup obtained by pipelining?</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HARSH RAJ</cp:lastModifiedBy>
  <cp:revision>5</cp:revision>
  <dcterms:modified xsi:type="dcterms:W3CDTF">2025-08-26T04:16:42Z</dcterms:modified>
</cp:coreProperties>
</file>